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001125" cy="3600450"/>
  <p:notesSz cx="6858000" cy="9144000"/>
  <p:defaultTextStyle>
    <a:defPPr>
      <a:defRPr lang="en-US"/>
    </a:defPPr>
    <a:lvl1pPr marL="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004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009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013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4018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0022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6027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2031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8036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8" autoAdjust="0"/>
  </p:normalViewPr>
  <p:slideViewPr>
    <p:cSldViewPr>
      <p:cViewPr varScale="1">
        <p:scale>
          <a:sx n="89" d="100"/>
          <a:sy n="89" d="100"/>
        </p:scale>
        <p:origin x="-102" y="-306"/>
      </p:cViewPr>
      <p:guideLst>
        <p:guide orient="horz" pos="1134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7FB2AF-39CB-4426-9D8A-16A9673A45A5}" type="doc">
      <dgm:prSet loTypeId="urn:microsoft.com/office/officeart/2005/8/layout/hierarchy6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6134D1-12CF-4844-A5F2-2D6EA2DB66A0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 smtClean="0"/>
            <a:t>Room</a:t>
          </a:r>
          <a:endParaRPr lang="en-US" dirty="0"/>
        </a:p>
      </dgm:t>
    </dgm:pt>
    <dgm:pt modelId="{3D77B14B-C3BA-4199-A699-9189F6EF83D0}" type="parTrans" cxnId="{26164A60-1CFC-41B9-8330-376C69C63253}">
      <dgm:prSet/>
      <dgm:spPr/>
      <dgm:t>
        <a:bodyPr/>
        <a:lstStyle/>
        <a:p>
          <a:endParaRPr lang="en-US"/>
        </a:p>
      </dgm:t>
    </dgm:pt>
    <dgm:pt modelId="{FBFC15A5-04B1-4448-B61E-64C977317403}" type="sibTrans" cxnId="{26164A60-1CFC-41B9-8330-376C69C63253}">
      <dgm:prSet/>
      <dgm:spPr/>
      <dgm:t>
        <a:bodyPr/>
        <a:lstStyle/>
        <a:p>
          <a:endParaRPr lang="en-US"/>
        </a:p>
      </dgm:t>
    </dgm:pt>
    <dgm:pt modelId="{90CC2FF1-3829-4D41-8F63-83E56F9B7035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 smtClean="0"/>
            <a:t>Source</a:t>
          </a:r>
          <a:endParaRPr lang="en-US" dirty="0"/>
        </a:p>
      </dgm:t>
    </dgm:pt>
    <dgm:pt modelId="{94A1A40E-7F98-4212-856A-7B712A78D319}" type="parTrans" cxnId="{7DC04E52-0D48-4C37-BE59-7E67091DA87F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1A789AC1-4027-4B25-93AF-EEBC94D3F305}" type="sibTrans" cxnId="{7DC04E52-0D48-4C37-BE59-7E67091DA87F}">
      <dgm:prSet/>
      <dgm:spPr/>
      <dgm:t>
        <a:bodyPr/>
        <a:lstStyle/>
        <a:p>
          <a:endParaRPr lang="en-US"/>
        </a:p>
      </dgm:t>
    </dgm:pt>
    <dgm:pt modelId="{1CD193F9-BE3C-4137-838E-3CFE4F991246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GB" dirty="0" smtClean="0"/>
            <a:t>Position</a:t>
          </a:r>
        </a:p>
        <a:p>
          <a:pPr algn="ctr"/>
          <a:r>
            <a:rPr lang="en-GB" dirty="0" smtClean="0"/>
            <a:t>(</a:t>
          </a:r>
          <a:r>
            <a:rPr lang="en-GB" dirty="0" err="1" smtClean="0"/>
            <a:t>x,y,z</a:t>
          </a:r>
          <a:r>
            <a:rPr lang="en-GB" dirty="0" smtClean="0"/>
            <a:t>)</a:t>
          </a:r>
          <a:endParaRPr lang="en-US" dirty="0"/>
        </a:p>
      </dgm:t>
    </dgm:pt>
    <dgm:pt modelId="{EB0312AA-A4DB-4684-AFFB-2C47EE2AFBD9}" type="parTrans" cxnId="{A75C93D0-6C8E-4315-8C57-B71CEB9ED958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E9F7A37D-B3E1-4424-840F-E657854A28DA}" type="sibTrans" cxnId="{A75C93D0-6C8E-4315-8C57-B71CEB9ED958}">
      <dgm:prSet/>
      <dgm:spPr/>
      <dgm:t>
        <a:bodyPr/>
        <a:lstStyle/>
        <a:p>
          <a:endParaRPr lang="en-US"/>
        </a:p>
      </dgm:t>
    </dgm:pt>
    <dgm:pt modelId="{C24BF96E-118E-4E35-BF32-0A5106CA7274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 smtClean="0"/>
            <a:t>Receiver</a:t>
          </a:r>
          <a:endParaRPr lang="en-US" dirty="0"/>
        </a:p>
      </dgm:t>
    </dgm:pt>
    <dgm:pt modelId="{1AD7D5B7-8E27-4965-9360-0C54EE90487D}" type="parTrans" cxnId="{7103F69B-83C7-4111-B551-9129F29B603C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494B2114-12BC-404A-9F71-93CFC533375E}" type="sibTrans" cxnId="{7103F69B-83C7-4111-B551-9129F29B603C}">
      <dgm:prSet/>
      <dgm:spPr/>
      <dgm:t>
        <a:bodyPr/>
        <a:lstStyle/>
        <a:p>
          <a:endParaRPr lang="en-US"/>
        </a:p>
      </dgm:t>
    </dgm:pt>
    <dgm:pt modelId="{1AED8F72-0541-409D-A00C-8ACF3B4ED714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 smtClean="0"/>
            <a:t>Materials</a:t>
          </a:r>
          <a:endParaRPr lang="en-US" dirty="0"/>
        </a:p>
      </dgm:t>
    </dgm:pt>
    <dgm:pt modelId="{8FF8300C-F7F0-4DC9-90F6-3F5FF34A125F}" type="parTrans" cxnId="{13911918-21D6-4DAE-94A0-4ECE09FE093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192210F7-A925-4D6E-8F41-5140ADD52FCB}" type="sibTrans" cxnId="{13911918-21D6-4DAE-94A0-4ECE09FE0939}">
      <dgm:prSet/>
      <dgm:spPr/>
      <dgm:t>
        <a:bodyPr/>
        <a:lstStyle/>
        <a:p>
          <a:endParaRPr lang="en-US"/>
        </a:p>
      </dgm:t>
    </dgm:pt>
    <dgm:pt modelId="{2DC8404B-348D-4F79-8633-E4DA37270D21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 smtClean="0"/>
            <a:t>Surfaces</a:t>
          </a:r>
          <a:endParaRPr lang="en-US" dirty="0"/>
        </a:p>
      </dgm:t>
    </dgm:pt>
    <dgm:pt modelId="{F229B996-5A4A-48F3-A390-58D6EE08305D}" type="parTrans" cxnId="{B1A5E18B-25B0-42A9-B8B5-835AFDDF552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3C8DF952-B0DC-439B-B0A0-F0171E6C9C5D}" type="sibTrans" cxnId="{B1A5E18B-25B0-42A9-B8B5-835AFDDF5529}">
      <dgm:prSet/>
      <dgm:spPr/>
      <dgm:t>
        <a:bodyPr/>
        <a:lstStyle/>
        <a:p>
          <a:endParaRPr lang="en-US"/>
        </a:p>
      </dgm:t>
    </dgm:pt>
    <dgm:pt modelId="{587C9B09-6BAA-49FE-890E-72001EC50A7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 smtClean="0"/>
            <a:t>Position</a:t>
          </a:r>
        </a:p>
        <a:p>
          <a:r>
            <a:rPr lang="en-GB" dirty="0" smtClean="0"/>
            <a:t>(</a:t>
          </a:r>
          <a:r>
            <a:rPr lang="en-GB" dirty="0" err="1" smtClean="0"/>
            <a:t>x,y,z</a:t>
          </a:r>
          <a:r>
            <a:rPr lang="en-GB" dirty="0" smtClean="0"/>
            <a:t>)</a:t>
          </a:r>
          <a:endParaRPr lang="en-US" dirty="0"/>
        </a:p>
      </dgm:t>
    </dgm:pt>
    <dgm:pt modelId="{D2A67D1E-4CE4-41AC-91BC-DA2B49086382}" type="parTrans" cxnId="{4461A473-EE49-4276-9047-413C1B858D54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EC1CFAB0-8865-467E-8F84-37ECA50C5FBF}" type="sibTrans" cxnId="{4461A473-EE49-4276-9047-413C1B858D54}">
      <dgm:prSet/>
      <dgm:spPr/>
      <dgm:t>
        <a:bodyPr/>
        <a:lstStyle/>
        <a:p>
          <a:endParaRPr lang="en-US"/>
        </a:p>
      </dgm:t>
    </dgm:pt>
    <dgm:pt modelId="{061B1D29-387A-4C76-906E-280C5123C2F6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 smtClean="0"/>
            <a:t>1</a:t>
          </a:r>
        </a:p>
        <a:p>
          <a:r>
            <a:rPr lang="en-GB" dirty="0" smtClean="0"/>
            <a:t>..</a:t>
          </a:r>
        </a:p>
        <a:p>
          <a:r>
            <a:rPr lang="en-GB" dirty="0" smtClean="0"/>
            <a:t>..</a:t>
          </a:r>
        </a:p>
        <a:p>
          <a:r>
            <a:rPr lang="en-GB" dirty="0" smtClean="0"/>
            <a:t>K</a:t>
          </a:r>
          <a:endParaRPr lang="en-US" dirty="0"/>
        </a:p>
      </dgm:t>
    </dgm:pt>
    <dgm:pt modelId="{D073A091-CA74-429F-89E2-0AF0E505713C}" type="parTrans" cxnId="{8A62DC9A-814E-47B8-8B1E-E8A434D129F6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A767113D-1210-4A66-9142-9385A694B819}" type="sibTrans" cxnId="{8A62DC9A-814E-47B8-8B1E-E8A434D129F6}">
      <dgm:prSet/>
      <dgm:spPr/>
      <dgm:t>
        <a:bodyPr/>
        <a:lstStyle/>
        <a:p>
          <a:endParaRPr lang="en-US"/>
        </a:p>
      </dgm:t>
    </dgm:pt>
    <dgm:pt modelId="{9562312D-A123-4089-84D2-6DC5638602FB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dirty="0" smtClean="0"/>
            <a:t>1</a:t>
          </a:r>
        </a:p>
        <a:p>
          <a:r>
            <a:rPr lang="en-GB" dirty="0" smtClean="0"/>
            <a:t>..</a:t>
          </a:r>
        </a:p>
        <a:p>
          <a:r>
            <a:rPr lang="en-GB" dirty="0" smtClean="0"/>
            <a:t>..</a:t>
          </a:r>
        </a:p>
        <a:p>
          <a:r>
            <a:rPr lang="en-GB" dirty="0" smtClean="0"/>
            <a:t>N</a:t>
          </a:r>
        </a:p>
      </dgm:t>
    </dgm:pt>
    <dgm:pt modelId="{61E7969C-2727-46C3-9799-4DCBD9C0CEFD}" type="parTrans" cxnId="{8F57151C-EF08-4ECA-9CF1-C30FD2A23B0B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5357656F-7653-4277-A54E-59AAC6825F38}" type="sibTrans" cxnId="{8F57151C-EF08-4ECA-9CF1-C30FD2A23B0B}">
      <dgm:prSet/>
      <dgm:spPr/>
      <dgm:t>
        <a:bodyPr/>
        <a:lstStyle/>
        <a:p>
          <a:endParaRPr lang="en-US"/>
        </a:p>
      </dgm:t>
    </dgm:pt>
    <dgm:pt modelId="{C06B52E0-2F4C-4F13-B9E9-B4AB4B2B238A}" type="pres">
      <dgm:prSet presAssocID="{A67FB2AF-39CB-4426-9D8A-16A9673A45A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BCAD76A-9E26-4031-9E47-AD541530D859}" type="pres">
      <dgm:prSet presAssocID="{A67FB2AF-39CB-4426-9D8A-16A9673A45A5}" presName="hierFlow" presStyleCnt="0"/>
      <dgm:spPr/>
    </dgm:pt>
    <dgm:pt modelId="{CA05B81B-0369-4FF0-995C-5CD9A403F5DC}" type="pres">
      <dgm:prSet presAssocID="{A67FB2AF-39CB-4426-9D8A-16A9673A45A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CCEECA07-B005-4E8A-A51E-F8C89A6447DE}" type="pres">
      <dgm:prSet presAssocID="{516134D1-12CF-4844-A5F2-2D6EA2DB66A0}" presName="Name14" presStyleCnt="0"/>
      <dgm:spPr/>
    </dgm:pt>
    <dgm:pt modelId="{F8FB4CCB-F79E-4313-8E48-94757806244B}" type="pres">
      <dgm:prSet presAssocID="{516134D1-12CF-4844-A5F2-2D6EA2DB66A0}" presName="level1Shape" presStyleLbl="node0" presStyleIdx="0" presStyleCnt="1">
        <dgm:presLayoutVars>
          <dgm:chPref val="3"/>
        </dgm:presLayoutVars>
      </dgm:prSet>
      <dgm:spPr/>
    </dgm:pt>
    <dgm:pt modelId="{F0A1ECDC-F964-4D43-9BE1-DFD13F5D93C2}" type="pres">
      <dgm:prSet presAssocID="{516134D1-12CF-4844-A5F2-2D6EA2DB66A0}" presName="hierChild2" presStyleCnt="0"/>
      <dgm:spPr/>
    </dgm:pt>
    <dgm:pt modelId="{8DB763BC-3ABC-406C-9A2E-8445559C10C1}" type="pres">
      <dgm:prSet presAssocID="{F229B996-5A4A-48F3-A390-58D6EE08305D}" presName="Name19" presStyleLbl="parChTrans1D2" presStyleIdx="0" presStyleCnt="4"/>
      <dgm:spPr/>
    </dgm:pt>
    <dgm:pt modelId="{D87086D1-918F-42A1-A67F-C4AEA59E0A8A}" type="pres">
      <dgm:prSet presAssocID="{2DC8404B-348D-4F79-8633-E4DA37270D21}" presName="Name21" presStyleCnt="0"/>
      <dgm:spPr/>
    </dgm:pt>
    <dgm:pt modelId="{6D3DD3C1-0E01-4C75-9E12-0B10B2067975}" type="pres">
      <dgm:prSet presAssocID="{2DC8404B-348D-4F79-8633-E4DA37270D21}" presName="level2Shape" presStyleLbl="node2" presStyleIdx="0" presStyleCnt="4"/>
      <dgm:spPr/>
    </dgm:pt>
    <dgm:pt modelId="{4AE10D00-A8A7-407D-9670-1DFA9B983072}" type="pres">
      <dgm:prSet presAssocID="{2DC8404B-348D-4F79-8633-E4DA37270D21}" presName="hierChild3" presStyleCnt="0"/>
      <dgm:spPr/>
    </dgm:pt>
    <dgm:pt modelId="{DA78DBC6-6427-4C0E-B5F2-9679B8EF70BF}" type="pres">
      <dgm:prSet presAssocID="{61E7969C-2727-46C3-9799-4DCBD9C0CEFD}" presName="Name19" presStyleLbl="parChTrans1D3" presStyleIdx="0" presStyleCnt="4"/>
      <dgm:spPr/>
    </dgm:pt>
    <dgm:pt modelId="{28FF6D1D-15AC-4AC9-BA09-AAE19C0F89AD}" type="pres">
      <dgm:prSet presAssocID="{9562312D-A123-4089-84D2-6DC5638602FB}" presName="Name21" presStyleCnt="0"/>
      <dgm:spPr/>
    </dgm:pt>
    <dgm:pt modelId="{B1C63451-16CC-45A4-9C61-942E849E05F3}" type="pres">
      <dgm:prSet presAssocID="{9562312D-A123-4089-84D2-6DC5638602FB}" presName="level2Shape" presStyleLbl="node3" presStyleIdx="0" presStyleCnt="4" custScaleY="248816"/>
      <dgm:spPr/>
      <dgm:t>
        <a:bodyPr/>
        <a:lstStyle/>
        <a:p>
          <a:endParaRPr lang="en-US"/>
        </a:p>
      </dgm:t>
    </dgm:pt>
    <dgm:pt modelId="{DE496EE1-2433-4FB3-8F61-F6A1FDE93585}" type="pres">
      <dgm:prSet presAssocID="{9562312D-A123-4089-84D2-6DC5638602FB}" presName="hierChild3" presStyleCnt="0"/>
      <dgm:spPr/>
    </dgm:pt>
    <dgm:pt modelId="{21FB4BCC-7340-41D4-8CE4-D188F25E9484}" type="pres">
      <dgm:prSet presAssocID="{94A1A40E-7F98-4212-856A-7B712A78D319}" presName="Name19" presStyleLbl="parChTrans1D2" presStyleIdx="1" presStyleCnt="4"/>
      <dgm:spPr/>
    </dgm:pt>
    <dgm:pt modelId="{8C80B494-155C-4CAD-ACDC-9C79EA93C7D3}" type="pres">
      <dgm:prSet presAssocID="{90CC2FF1-3829-4D41-8F63-83E56F9B7035}" presName="Name21" presStyleCnt="0"/>
      <dgm:spPr/>
    </dgm:pt>
    <dgm:pt modelId="{4AE0C9CB-692F-4716-9A32-3D44E208E039}" type="pres">
      <dgm:prSet presAssocID="{90CC2FF1-3829-4D41-8F63-83E56F9B7035}" presName="level2Shape" presStyleLbl="node2" presStyleIdx="1" presStyleCnt="4"/>
      <dgm:spPr/>
    </dgm:pt>
    <dgm:pt modelId="{C27BBFA5-267B-4543-8606-FA0104ED6DE6}" type="pres">
      <dgm:prSet presAssocID="{90CC2FF1-3829-4D41-8F63-83E56F9B7035}" presName="hierChild3" presStyleCnt="0"/>
      <dgm:spPr/>
    </dgm:pt>
    <dgm:pt modelId="{0292FC3B-033B-4ACB-BA03-CF2467CC2727}" type="pres">
      <dgm:prSet presAssocID="{EB0312AA-A4DB-4684-AFFB-2C47EE2AFBD9}" presName="Name19" presStyleLbl="parChTrans1D3" presStyleIdx="1" presStyleCnt="4"/>
      <dgm:spPr/>
    </dgm:pt>
    <dgm:pt modelId="{EAD2B8A5-5ED7-4D02-9A27-344C9CD92DFA}" type="pres">
      <dgm:prSet presAssocID="{1CD193F9-BE3C-4137-838E-3CFE4F991246}" presName="Name21" presStyleCnt="0"/>
      <dgm:spPr/>
    </dgm:pt>
    <dgm:pt modelId="{EE87CDFE-AE81-4CB6-BDEC-77FD64FACAA9}" type="pres">
      <dgm:prSet presAssocID="{1CD193F9-BE3C-4137-838E-3CFE4F991246}" presName="level2Shape" presStyleLbl="node3" presStyleIdx="1" presStyleCnt="4"/>
      <dgm:spPr/>
      <dgm:t>
        <a:bodyPr/>
        <a:lstStyle/>
        <a:p>
          <a:endParaRPr lang="en-US"/>
        </a:p>
      </dgm:t>
    </dgm:pt>
    <dgm:pt modelId="{957F7883-75AE-418C-BBFC-A410C00FF2BB}" type="pres">
      <dgm:prSet presAssocID="{1CD193F9-BE3C-4137-838E-3CFE4F991246}" presName="hierChild3" presStyleCnt="0"/>
      <dgm:spPr/>
    </dgm:pt>
    <dgm:pt modelId="{2F161407-5C04-4EF3-AC96-6D28AB256CA0}" type="pres">
      <dgm:prSet presAssocID="{1AD7D5B7-8E27-4965-9360-0C54EE90487D}" presName="Name19" presStyleLbl="parChTrans1D2" presStyleIdx="2" presStyleCnt="4"/>
      <dgm:spPr/>
    </dgm:pt>
    <dgm:pt modelId="{6317BDD1-BE22-419B-B9F1-64665658C227}" type="pres">
      <dgm:prSet presAssocID="{C24BF96E-118E-4E35-BF32-0A5106CA7274}" presName="Name21" presStyleCnt="0"/>
      <dgm:spPr/>
    </dgm:pt>
    <dgm:pt modelId="{C96BB604-39EA-4057-AC47-121A9C64CD71}" type="pres">
      <dgm:prSet presAssocID="{C24BF96E-118E-4E35-BF32-0A5106CA7274}" presName="level2Shape" presStyleLbl="node2" presStyleIdx="2" presStyleCnt="4"/>
      <dgm:spPr/>
      <dgm:t>
        <a:bodyPr/>
        <a:lstStyle/>
        <a:p>
          <a:endParaRPr lang="en-US"/>
        </a:p>
      </dgm:t>
    </dgm:pt>
    <dgm:pt modelId="{4A631725-43FB-42F8-98A3-529369FD4C38}" type="pres">
      <dgm:prSet presAssocID="{C24BF96E-118E-4E35-BF32-0A5106CA7274}" presName="hierChild3" presStyleCnt="0"/>
      <dgm:spPr/>
    </dgm:pt>
    <dgm:pt modelId="{138591BF-BAC1-4D75-AD6A-BA24A31F999E}" type="pres">
      <dgm:prSet presAssocID="{D2A67D1E-4CE4-41AC-91BC-DA2B49086382}" presName="Name19" presStyleLbl="parChTrans1D3" presStyleIdx="2" presStyleCnt="4"/>
      <dgm:spPr/>
    </dgm:pt>
    <dgm:pt modelId="{7A176997-89D7-418D-ABDA-669C3C95117A}" type="pres">
      <dgm:prSet presAssocID="{587C9B09-6BAA-49FE-890E-72001EC50A79}" presName="Name21" presStyleCnt="0"/>
      <dgm:spPr/>
    </dgm:pt>
    <dgm:pt modelId="{2FB42337-67D5-4A10-AA73-E8D873A0652E}" type="pres">
      <dgm:prSet presAssocID="{587C9B09-6BAA-49FE-890E-72001EC50A79}" presName="level2Shape" presStyleLbl="node3" presStyleIdx="2" presStyleCnt="4"/>
      <dgm:spPr/>
      <dgm:t>
        <a:bodyPr/>
        <a:lstStyle/>
        <a:p>
          <a:endParaRPr lang="en-US"/>
        </a:p>
      </dgm:t>
    </dgm:pt>
    <dgm:pt modelId="{B8CD1766-9E00-40E1-9823-1A6A4FA6B26F}" type="pres">
      <dgm:prSet presAssocID="{587C9B09-6BAA-49FE-890E-72001EC50A79}" presName="hierChild3" presStyleCnt="0"/>
      <dgm:spPr/>
    </dgm:pt>
    <dgm:pt modelId="{18FDF3E8-5713-48E1-9159-D249AA1C975A}" type="pres">
      <dgm:prSet presAssocID="{8FF8300C-F7F0-4DC9-90F6-3F5FF34A125F}" presName="Name19" presStyleLbl="parChTrans1D2" presStyleIdx="3" presStyleCnt="4"/>
      <dgm:spPr/>
    </dgm:pt>
    <dgm:pt modelId="{0839F7E0-D775-47E0-B17A-0FF52E97505B}" type="pres">
      <dgm:prSet presAssocID="{1AED8F72-0541-409D-A00C-8ACF3B4ED714}" presName="Name21" presStyleCnt="0"/>
      <dgm:spPr/>
    </dgm:pt>
    <dgm:pt modelId="{56D312C5-8A20-4826-A98C-CA5770D6F145}" type="pres">
      <dgm:prSet presAssocID="{1AED8F72-0541-409D-A00C-8ACF3B4ED714}" presName="level2Shape" presStyleLbl="node2" presStyleIdx="3" presStyleCnt="4"/>
      <dgm:spPr/>
      <dgm:t>
        <a:bodyPr/>
        <a:lstStyle/>
        <a:p>
          <a:endParaRPr lang="en-US"/>
        </a:p>
      </dgm:t>
    </dgm:pt>
    <dgm:pt modelId="{7CF1B1EB-6F57-4114-96AA-DE6A5B293D46}" type="pres">
      <dgm:prSet presAssocID="{1AED8F72-0541-409D-A00C-8ACF3B4ED714}" presName="hierChild3" presStyleCnt="0"/>
      <dgm:spPr/>
    </dgm:pt>
    <dgm:pt modelId="{3B725557-71FD-4445-82BC-8DA1646596EA}" type="pres">
      <dgm:prSet presAssocID="{D073A091-CA74-429F-89E2-0AF0E505713C}" presName="Name19" presStyleLbl="parChTrans1D3" presStyleIdx="3" presStyleCnt="4"/>
      <dgm:spPr/>
    </dgm:pt>
    <dgm:pt modelId="{1B544ED8-CD55-47A3-9B03-0A3C1D497FDD}" type="pres">
      <dgm:prSet presAssocID="{061B1D29-387A-4C76-906E-280C5123C2F6}" presName="Name21" presStyleCnt="0"/>
      <dgm:spPr/>
    </dgm:pt>
    <dgm:pt modelId="{759DA253-73BF-4726-ABAD-A3A8DAEB6914}" type="pres">
      <dgm:prSet presAssocID="{061B1D29-387A-4C76-906E-280C5123C2F6}" presName="level2Shape" presStyleLbl="node3" presStyleIdx="3" presStyleCnt="4" custAng="10800000" custFlipVert="1" custScaleY="252150"/>
      <dgm:spPr/>
      <dgm:t>
        <a:bodyPr/>
        <a:lstStyle/>
        <a:p>
          <a:endParaRPr lang="en-US"/>
        </a:p>
      </dgm:t>
    </dgm:pt>
    <dgm:pt modelId="{932631BF-28C3-4297-B16E-10706292319D}" type="pres">
      <dgm:prSet presAssocID="{061B1D29-387A-4C76-906E-280C5123C2F6}" presName="hierChild3" presStyleCnt="0"/>
      <dgm:spPr/>
    </dgm:pt>
    <dgm:pt modelId="{132A4141-6C5C-423C-AD11-8F9465B40228}" type="pres">
      <dgm:prSet presAssocID="{A67FB2AF-39CB-4426-9D8A-16A9673A45A5}" presName="bgShapesFlow" presStyleCnt="0"/>
      <dgm:spPr/>
    </dgm:pt>
  </dgm:ptLst>
  <dgm:cxnLst>
    <dgm:cxn modelId="{67F264BA-78AF-401B-8224-2A737025A0F6}" type="presOf" srcId="{D073A091-CA74-429F-89E2-0AF0E505713C}" destId="{3B725557-71FD-4445-82BC-8DA1646596EA}" srcOrd="0" destOrd="0" presId="urn:microsoft.com/office/officeart/2005/8/layout/hierarchy6"/>
    <dgm:cxn modelId="{7DC04E52-0D48-4C37-BE59-7E67091DA87F}" srcId="{516134D1-12CF-4844-A5F2-2D6EA2DB66A0}" destId="{90CC2FF1-3829-4D41-8F63-83E56F9B7035}" srcOrd="1" destOrd="0" parTransId="{94A1A40E-7F98-4212-856A-7B712A78D319}" sibTransId="{1A789AC1-4027-4B25-93AF-EEBC94D3F305}"/>
    <dgm:cxn modelId="{D8AF94A2-DE8B-47CC-A9D2-37D3A5D6CE6C}" type="presOf" srcId="{2DC8404B-348D-4F79-8633-E4DA37270D21}" destId="{6D3DD3C1-0E01-4C75-9E12-0B10B2067975}" srcOrd="0" destOrd="0" presId="urn:microsoft.com/office/officeart/2005/8/layout/hierarchy6"/>
    <dgm:cxn modelId="{4461A473-EE49-4276-9047-413C1B858D54}" srcId="{C24BF96E-118E-4E35-BF32-0A5106CA7274}" destId="{587C9B09-6BAA-49FE-890E-72001EC50A79}" srcOrd="0" destOrd="0" parTransId="{D2A67D1E-4CE4-41AC-91BC-DA2B49086382}" sibTransId="{EC1CFAB0-8865-467E-8F84-37ECA50C5FBF}"/>
    <dgm:cxn modelId="{02DE3566-DD23-4457-A653-619E8EE04410}" type="presOf" srcId="{516134D1-12CF-4844-A5F2-2D6EA2DB66A0}" destId="{F8FB4CCB-F79E-4313-8E48-94757806244B}" srcOrd="0" destOrd="0" presId="urn:microsoft.com/office/officeart/2005/8/layout/hierarchy6"/>
    <dgm:cxn modelId="{2C4621AD-1ED4-4735-B78C-6B58774639A6}" type="presOf" srcId="{8FF8300C-F7F0-4DC9-90F6-3F5FF34A125F}" destId="{18FDF3E8-5713-48E1-9159-D249AA1C975A}" srcOrd="0" destOrd="0" presId="urn:microsoft.com/office/officeart/2005/8/layout/hierarchy6"/>
    <dgm:cxn modelId="{8A62DC9A-814E-47B8-8B1E-E8A434D129F6}" srcId="{1AED8F72-0541-409D-A00C-8ACF3B4ED714}" destId="{061B1D29-387A-4C76-906E-280C5123C2F6}" srcOrd="0" destOrd="0" parTransId="{D073A091-CA74-429F-89E2-0AF0E505713C}" sibTransId="{A767113D-1210-4A66-9142-9385A694B819}"/>
    <dgm:cxn modelId="{D9767880-47D8-45C1-992E-720D4A4AD02A}" type="presOf" srcId="{1AED8F72-0541-409D-A00C-8ACF3B4ED714}" destId="{56D312C5-8A20-4826-A98C-CA5770D6F145}" srcOrd="0" destOrd="0" presId="urn:microsoft.com/office/officeart/2005/8/layout/hierarchy6"/>
    <dgm:cxn modelId="{C613BADE-0880-405E-9FFD-09AAB5D78A02}" type="presOf" srcId="{EB0312AA-A4DB-4684-AFFB-2C47EE2AFBD9}" destId="{0292FC3B-033B-4ACB-BA03-CF2467CC2727}" srcOrd="0" destOrd="0" presId="urn:microsoft.com/office/officeart/2005/8/layout/hierarchy6"/>
    <dgm:cxn modelId="{A317DA33-8336-48BB-8BC2-841C0EF48FD1}" type="presOf" srcId="{F229B996-5A4A-48F3-A390-58D6EE08305D}" destId="{8DB763BC-3ABC-406C-9A2E-8445559C10C1}" srcOrd="0" destOrd="0" presId="urn:microsoft.com/office/officeart/2005/8/layout/hierarchy6"/>
    <dgm:cxn modelId="{CF059392-665B-4C51-9D2C-B46A6D0A0909}" type="presOf" srcId="{A67FB2AF-39CB-4426-9D8A-16A9673A45A5}" destId="{C06B52E0-2F4C-4F13-B9E9-B4AB4B2B238A}" srcOrd="0" destOrd="0" presId="urn:microsoft.com/office/officeart/2005/8/layout/hierarchy6"/>
    <dgm:cxn modelId="{0B6C04E1-5C72-4764-B50B-AF5A7A2284CE}" type="presOf" srcId="{90CC2FF1-3829-4D41-8F63-83E56F9B7035}" destId="{4AE0C9CB-692F-4716-9A32-3D44E208E039}" srcOrd="0" destOrd="0" presId="urn:microsoft.com/office/officeart/2005/8/layout/hierarchy6"/>
    <dgm:cxn modelId="{EC1F3946-8312-4CB0-BBA9-81C713D592CD}" type="presOf" srcId="{C24BF96E-118E-4E35-BF32-0A5106CA7274}" destId="{C96BB604-39EA-4057-AC47-121A9C64CD71}" srcOrd="0" destOrd="0" presId="urn:microsoft.com/office/officeart/2005/8/layout/hierarchy6"/>
    <dgm:cxn modelId="{1740832E-CAC8-4A1B-9F5C-19C4FD207F9C}" type="presOf" srcId="{061B1D29-387A-4C76-906E-280C5123C2F6}" destId="{759DA253-73BF-4726-ABAD-A3A8DAEB6914}" srcOrd="0" destOrd="0" presId="urn:microsoft.com/office/officeart/2005/8/layout/hierarchy6"/>
    <dgm:cxn modelId="{B1A5E18B-25B0-42A9-B8B5-835AFDDF5529}" srcId="{516134D1-12CF-4844-A5F2-2D6EA2DB66A0}" destId="{2DC8404B-348D-4F79-8633-E4DA37270D21}" srcOrd="0" destOrd="0" parTransId="{F229B996-5A4A-48F3-A390-58D6EE08305D}" sibTransId="{3C8DF952-B0DC-439B-B0A0-F0171E6C9C5D}"/>
    <dgm:cxn modelId="{13911918-21D6-4DAE-94A0-4ECE09FE0939}" srcId="{516134D1-12CF-4844-A5F2-2D6EA2DB66A0}" destId="{1AED8F72-0541-409D-A00C-8ACF3B4ED714}" srcOrd="3" destOrd="0" parTransId="{8FF8300C-F7F0-4DC9-90F6-3F5FF34A125F}" sibTransId="{192210F7-A925-4D6E-8F41-5140ADD52FCB}"/>
    <dgm:cxn modelId="{8F57151C-EF08-4ECA-9CF1-C30FD2A23B0B}" srcId="{2DC8404B-348D-4F79-8633-E4DA37270D21}" destId="{9562312D-A123-4089-84D2-6DC5638602FB}" srcOrd="0" destOrd="0" parTransId="{61E7969C-2727-46C3-9799-4DCBD9C0CEFD}" sibTransId="{5357656F-7653-4277-A54E-59AAC6825F38}"/>
    <dgm:cxn modelId="{18A7556D-9E43-417B-A532-3E29F6E04F4C}" type="presOf" srcId="{1CD193F9-BE3C-4137-838E-3CFE4F991246}" destId="{EE87CDFE-AE81-4CB6-BDEC-77FD64FACAA9}" srcOrd="0" destOrd="0" presId="urn:microsoft.com/office/officeart/2005/8/layout/hierarchy6"/>
    <dgm:cxn modelId="{321255E4-248B-4E96-8827-FDE31E1131F5}" type="presOf" srcId="{94A1A40E-7F98-4212-856A-7B712A78D319}" destId="{21FB4BCC-7340-41D4-8CE4-D188F25E9484}" srcOrd="0" destOrd="0" presId="urn:microsoft.com/office/officeart/2005/8/layout/hierarchy6"/>
    <dgm:cxn modelId="{D2C3D3F8-5825-4E53-85A5-CD8E0FEE50D9}" type="presOf" srcId="{D2A67D1E-4CE4-41AC-91BC-DA2B49086382}" destId="{138591BF-BAC1-4D75-AD6A-BA24A31F999E}" srcOrd="0" destOrd="0" presId="urn:microsoft.com/office/officeart/2005/8/layout/hierarchy6"/>
    <dgm:cxn modelId="{A75C93D0-6C8E-4315-8C57-B71CEB9ED958}" srcId="{90CC2FF1-3829-4D41-8F63-83E56F9B7035}" destId="{1CD193F9-BE3C-4137-838E-3CFE4F991246}" srcOrd="0" destOrd="0" parTransId="{EB0312AA-A4DB-4684-AFFB-2C47EE2AFBD9}" sibTransId="{E9F7A37D-B3E1-4424-840F-E657854A28DA}"/>
    <dgm:cxn modelId="{7103F69B-83C7-4111-B551-9129F29B603C}" srcId="{516134D1-12CF-4844-A5F2-2D6EA2DB66A0}" destId="{C24BF96E-118E-4E35-BF32-0A5106CA7274}" srcOrd="2" destOrd="0" parTransId="{1AD7D5B7-8E27-4965-9360-0C54EE90487D}" sibTransId="{494B2114-12BC-404A-9F71-93CFC533375E}"/>
    <dgm:cxn modelId="{26164A60-1CFC-41B9-8330-376C69C63253}" srcId="{A67FB2AF-39CB-4426-9D8A-16A9673A45A5}" destId="{516134D1-12CF-4844-A5F2-2D6EA2DB66A0}" srcOrd="0" destOrd="0" parTransId="{3D77B14B-C3BA-4199-A699-9189F6EF83D0}" sibTransId="{FBFC15A5-04B1-4448-B61E-64C977317403}"/>
    <dgm:cxn modelId="{678EF7DC-9CDF-40A4-96F4-925D3E3BFE9A}" type="presOf" srcId="{61E7969C-2727-46C3-9799-4DCBD9C0CEFD}" destId="{DA78DBC6-6427-4C0E-B5F2-9679B8EF70BF}" srcOrd="0" destOrd="0" presId="urn:microsoft.com/office/officeart/2005/8/layout/hierarchy6"/>
    <dgm:cxn modelId="{0F606708-38AD-40DD-B10A-0D40CC08D3B0}" type="presOf" srcId="{587C9B09-6BAA-49FE-890E-72001EC50A79}" destId="{2FB42337-67D5-4A10-AA73-E8D873A0652E}" srcOrd="0" destOrd="0" presId="urn:microsoft.com/office/officeart/2005/8/layout/hierarchy6"/>
    <dgm:cxn modelId="{322C5C82-1BC8-46E6-BCA1-C7571EB8F6FB}" type="presOf" srcId="{1AD7D5B7-8E27-4965-9360-0C54EE90487D}" destId="{2F161407-5C04-4EF3-AC96-6D28AB256CA0}" srcOrd="0" destOrd="0" presId="urn:microsoft.com/office/officeart/2005/8/layout/hierarchy6"/>
    <dgm:cxn modelId="{1B728DE6-1400-4BD6-9573-BD2914ACD8CB}" type="presOf" srcId="{9562312D-A123-4089-84D2-6DC5638602FB}" destId="{B1C63451-16CC-45A4-9C61-942E849E05F3}" srcOrd="0" destOrd="0" presId="urn:microsoft.com/office/officeart/2005/8/layout/hierarchy6"/>
    <dgm:cxn modelId="{82CC38F6-A00B-4D94-BA93-43BECBA12237}" type="presParOf" srcId="{C06B52E0-2F4C-4F13-B9E9-B4AB4B2B238A}" destId="{9BCAD76A-9E26-4031-9E47-AD541530D859}" srcOrd="0" destOrd="0" presId="urn:microsoft.com/office/officeart/2005/8/layout/hierarchy6"/>
    <dgm:cxn modelId="{2F7E1099-34C4-4DD1-AA7A-CA475B3AE5F5}" type="presParOf" srcId="{9BCAD76A-9E26-4031-9E47-AD541530D859}" destId="{CA05B81B-0369-4FF0-995C-5CD9A403F5DC}" srcOrd="0" destOrd="0" presId="urn:microsoft.com/office/officeart/2005/8/layout/hierarchy6"/>
    <dgm:cxn modelId="{5AC6C511-A4B0-4229-B69E-67E8A6CF56DB}" type="presParOf" srcId="{CA05B81B-0369-4FF0-995C-5CD9A403F5DC}" destId="{CCEECA07-B005-4E8A-A51E-F8C89A6447DE}" srcOrd="0" destOrd="0" presId="urn:microsoft.com/office/officeart/2005/8/layout/hierarchy6"/>
    <dgm:cxn modelId="{8FA3C350-BB8B-4B70-B972-829388524F35}" type="presParOf" srcId="{CCEECA07-B005-4E8A-A51E-F8C89A6447DE}" destId="{F8FB4CCB-F79E-4313-8E48-94757806244B}" srcOrd="0" destOrd="0" presId="urn:microsoft.com/office/officeart/2005/8/layout/hierarchy6"/>
    <dgm:cxn modelId="{E2DFAE67-7D19-48E9-AAF5-23017DDE1B2E}" type="presParOf" srcId="{CCEECA07-B005-4E8A-A51E-F8C89A6447DE}" destId="{F0A1ECDC-F964-4D43-9BE1-DFD13F5D93C2}" srcOrd="1" destOrd="0" presId="urn:microsoft.com/office/officeart/2005/8/layout/hierarchy6"/>
    <dgm:cxn modelId="{04957D08-0746-4A94-99EF-3D17F4DA6066}" type="presParOf" srcId="{F0A1ECDC-F964-4D43-9BE1-DFD13F5D93C2}" destId="{8DB763BC-3ABC-406C-9A2E-8445559C10C1}" srcOrd="0" destOrd="0" presId="urn:microsoft.com/office/officeart/2005/8/layout/hierarchy6"/>
    <dgm:cxn modelId="{EE17EC1F-52EB-4764-8D17-8B2AA237EBD7}" type="presParOf" srcId="{F0A1ECDC-F964-4D43-9BE1-DFD13F5D93C2}" destId="{D87086D1-918F-42A1-A67F-C4AEA59E0A8A}" srcOrd="1" destOrd="0" presId="urn:microsoft.com/office/officeart/2005/8/layout/hierarchy6"/>
    <dgm:cxn modelId="{D8046850-FC9F-4738-9FE4-E76CA57A59AB}" type="presParOf" srcId="{D87086D1-918F-42A1-A67F-C4AEA59E0A8A}" destId="{6D3DD3C1-0E01-4C75-9E12-0B10B2067975}" srcOrd="0" destOrd="0" presId="urn:microsoft.com/office/officeart/2005/8/layout/hierarchy6"/>
    <dgm:cxn modelId="{14222582-5BC3-4B42-9F4C-BA5AF47BBB5A}" type="presParOf" srcId="{D87086D1-918F-42A1-A67F-C4AEA59E0A8A}" destId="{4AE10D00-A8A7-407D-9670-1DFA9B983072}" srcOrd="1" destOrd="0" presId="urn:microsoft.com/office/officeart/2005/8/layout/hierarchy6"/>
    <dgm:cxn modelId="{942E4E10-4A34-4D81-98C9-C7461100D5AB}" type="presParOf" srcId="{4AE10D00-A8A7-407D-9670-1DFA9B983072}" destId="{DA78DBC6-6427-4C0E-B5F2-9679B8EF70BF}" srcOrd="0" destOrd="0" presId="urn:microsoft.com/office/officeart/2005/8/layout/hierarchy6"/>
    <dgm:cxn modelId="{006C137A-C1EC-471C-9334-EF097EEA21F2}" type="presParOf" srcId="{4AE10D00-A8A7-407D-9670-1DFA9B983072}" destId="{28FF6D1D-15AC-4AC9-BA09-AAE19C0F89AD}" srcOrd="1" destOrd="0" presId="urn:microsoft.com/office/officeart/2005/8/layout/hierarchy6"/>
    <dgm:cxn modelId="{C9077DD1-6677-41D1-9F00-BA81A8D1E404}" type="presParOf" srcId="{28FF6D1D-15AC-4AC9-BA09-AAE19C0F89AD}" destId="{B1C63451-16CC-45A4-9C61-942E849E05F3}" srcOrd="0" destOrd="0" presId="urn:microsoft.com/office/officeart/2005/8/layout/hierarchy6"/>
    <dgm:cxn modelId="{8BC0DACB-4E83-4896-BDF9-C9495C8FAF9A}" type="presParOf" srcId="{28FF6D1D-15AC-4AC9-BA09-AAE19C0F89AD}" destId="{DE496EE1-2433-4FB3-8F61-F6A1FDE93585}" srcOrd="1" destOrd="0" presId="urn:microsoft.com/office/officeart/2005/8/layout/hierarchy6"/>
    <dgm:cxn modelId="{852A61CE-9300-44D9-BBAE-5D4524472475}" type="presParOf" srcId="{F0A1ECDC-F964-4D43-9BE1-DFD13F5D93C2}" destId="{21FB4BCC-7340-41D4-8CE4-D188F25E9484}" srcOrd="2" destOrd="0" presId="urn:microsoft.com/office/officeart/2005/8/layout/hierarchy6"/>
    <dgm:cxn modelId="{C6810819-F2D6-4500-92F4-5F7C751A22C9}" type="presParOf" srcId="{F0A1ECDC-F964-4D43-9BE1-DFD13F5D93C2}" destId="{8C80B494-155C-4CAD-ACDC-9C79EA93C7D3}" srcOrd="3" destOrd="0" presId="urn:microsoft.com/office/officeart/2005/8/layout/hierarchy6"/>
    <dgm:cxn modelId="{60202EAA-35A7-4080-AA51-3B5898CD534F}" type="presParOf" srcId="{8C80B494-155C-4CAD-ACDC-9C79EA93C7D3}" destId="{4AE0C9CB-692F-4716-9A32-3D44E208E039}" srcOrd="0" destOrd="0" presId="urn:microsoft.com/office/officeart/2005/8/layout/hierarchy6"/>
    <dgm:cxn modelId="{0DEC08F9-63F4-4813-BDF0-E83F12D08E2F}" type="presParOf" srcId="{8C80B494-155C-4CAD-ACDC-9C79EA93C7D3}" destId="{C27BBFA5-267B-4543-8606-FA0104ED6DE6}" srcOrd="1" destOrd="0" presId="urn:microsoft.com/office/officeart/2005/8/layout/hierarchy6"/>
    <dgm:cxn modelId="{39C2A25F-8D19-4ABD-8BB4-FC9DBEB52373}" type="presParOf" srcId="{C27BBFA5-267B-4543-8606-FA0104ED6DE6}" destId="{0292FC3B-033B-4ACB-BA03-CF2467CC2727}" srcOrd="0" destOrd="0" presId="urn:microsoft.com/office/officeart/2005/8/layout/hierarchy6"/>
    <dgm:cxn modelId="{BCE0BAD7-A6E8-4605-834C-DC185471186C}" type="presParOf" srcId="{C27BBFA5-267B-4543-8606-FA0104ED6DE6}" destId="{EAD2B8A5-5ED7-4D02-9A27-344C9CD92DFA}" srcOrd="1" destOrd="0" presId="urn:microsoft.com/office/officeart/2005/8/layout/hierarchy6"/>
    <dgm:cxn modelId="{C0538534-2042-4EA5-B299-FD872DD5C58E}" type="presParOf" srcId="{EAD2B8A5-5ED7-4D02-9A27-344C9CD92DFA}" destId="{EE87CDFE-AE81-4CB6-BDEC-77FD64FACAA9}" srcOrd="0" destOrd="0" presId="urn:microsoft.com/office/officeart/2005/8/layout/hierarchy6"/>
    <dgm:cxn modelId="{FB85AA17-6830-4E0D-AC1A-0FAB8EF3501E}" type="presParOf" srcId="{EAD2B8A5-5ED7-4D02-9A27-344C9CD92DFA}" destId="{957F7883-75AE-418C-BBFC-A410C00FF2BB}" srcOrd="1" destOrd="0" presId="urn:microsoft.com/office/officeart/2005/8/layout/hierarchy6"/>
    <dgm:cxn modelId="{DC376E04-6248-4ADF-B54D-7EFFC237EA85}" type="presParOf" srcId="{F0A1ECDC-F964-4D43-9BE1-DFD13F5D93C2}" destId="{2F161407-5C04-4EF3-AC96-6D28AB256CA0}" srcOrd="4" destOrd="0" presId="urn:microsoft.com/office/officeart/2005/8/layout/hierarchy6"/>
    <dgm:cxn modelId="{2D3DA23C-D3AB-43C5-AC2A-4CE6570CDF23}" type="presParOf" srcId="{F0A1ECDC-F964-4D43-9BE1-DFD13F5D93C2}" destId="{6317BDD1-BE22-419B-B9F1-64665658C227}" srcOrd="5" destOrd="0" presId="urn:microsoft.com/office/officeart/2005/8/layout/hierarchy6"/>
    <dgm:cxn modelId="{2C46B657-0BF8-431A-BA0D-8DD5373ECDDE}" type="presParOf" srcId="{6317BDD1-BE22-419B-B9F1-64665658C227}" destId="{C96BB604-39EA-4057-AC47-121A9C64CD71}" srcOrd="0" destOrd="0" presId="urn:microsoft.com/office/officeart/2005/8/layout/hierarchy6"/>
    <dgm:cxn modelId="{6A8A571E-D48F-4847-B205-F59D4BB92063}" type="presParOf" srcId="{6317BDD1-BE22-419B-B9F1-64665658C227}" destId="{4A631725-43FB-42F8-98A3-529369FD4C38}" srcOrd="1" destOrd="0" presId="urn:microsoft.com/office/officeart/2005/8/layout/hierarchy6"/>
    <dgm:cxn modelId="{A32CD863-0C15-4D04-8085-DEAE78057E7A}" type="presParOf" srcId="{4A631725-43FB-42F8-98A3-529369FD4C38}" destId="{138591BF-BAC1-4D75-AD6A-BA24A31F999E}" srcOrd="0" destOrd="0" presId="urn:microsoft.com/office/officeart/2005/8/layout/hierarchy6"/>
    <dgm:cxn modelId="{0D039697-6EEF-4E59-BC0A-347FDD3C7EED}" type="presParOf" srcId="{4A631725-43FB-42F8-98A3-529369FD4C38}" destId="{7A176997-89D7-418D-ABDA-669C3C95117A}" srcOrd="1" destOrd="0" presId="urn:microsoft.com/office/officeart/2005/8/layout/hierarchy6"/>
    <dgm:cxn modelId="{82657023-BB4F-4AB6-80EB-C237416D90C9}" type="presParOf" srcId="{7A176997-89D7-418D-ABDA-669C3C95117A}" destId="{2FB42337-67D5-4A10-AA73-E8D873A0652E}" srcOrd="0" destOrd="0" presId="urn:microsoft.com/office/officeart/2005/8/layout/hierarchy6"/>
    <dgm:cxn modelId="{3314AF8F-7622-4459-A123-7C8C173EC75A}" type="presParOf" srcId="{7A176997-89D7-418D-ABDA-669C3C95117A}" destId="{B8CD1766-9E00-40E1-9823-1A6A4FA6B26F}" srcOrd="1" destOrd="0" presId="urn:microsoft.com/office/officeart/2005/8/layout/hierarchy6"/>
    <dgm:cxn modelId="{A2F4533B-C346-4AAD-AAA0-D4C7B090D5A8}" type="presParOf" srcId="{F0A1ECDC-F964-4D43-9BE1-DFD13F5D93C2}" destId="{18FDF3E8-5713-48E1-9159-D249AA1C975A}" srcOrd="6" destOrd="0" presId="urn:microsoft.com/office/officeart/2005/8/layout/hierarchy6"/>
    <dgm:cxn modelId="{FBB6F9C9-E004-4B52-AC13-06FAF38DDE14}" type="presParOf" srcId="{F0A1ECDC-F964-4D43-9BE1-DFD13F5D93C2}" destId="{0839F7E0-D775-47E0-B17A-0FF52E97505B}" srcOrd="7" destOrd="0" presId="urn:microsoft.com/office/officeart/2005/8/layout/hierarchy6"/>
    <dgm:cxn modelId="{A3440696-35BB-4D9C-87A5-5A7CE54A4F12}" type="presParOf" srcId="{0839F7E0-D775-47E0-B17A-0FF52E97505B}" destId="{56D312C5-8A20-4826-A98C-CA5770D6F145}" srcOrd="0" destOrd="0" presId="urn:microsoft.com/office/officeart/2005/8/layout/hierarchy6"/>
    <dgm:cxn modelId="{6E63A49E-9BE3-46F4-A9CE-A54EE43C5EF3}" type="presParOf" srcId="{0839F7E0-D775-47E0-B17A-0FF52E97505B}" destId="{7CF1B1EB-6F57-4114-96AA-DE6A5B293D46}" srcOrd="1" destOrd="0" presId="urn:microsoft.com/office/officeart/2005/8/layout/hierarchy6"/>
    <dgm:cxn modelId="{D41B34B4-C85B-42EC-884B-018A0D4ACB59}" type="presParOf" srcId="{7CF1B1EB-6F57-4114-96AA-DE6A5B293D46}" destId="{3B725557-71FD-4445-82BC-8DA1646596EA}" srcOrd="0" destOrd="0" presId="urn:microsoft.com/office/officeart/2005/8/layout/hierarchy6"/>
    <dgm:cxn modelId="{172C06E1-11EA-41B2-AC1C-57A71913119C}" type="presParOf" srcId="{7CF1B1EB-6F57-4114-96AA-DE6A5B293D46}" destId="{1B544ED8-CD55-47A3-9B03-0A3C1D497FDD}" srcOrd="1" destOrd="0" presId="urn:microsoft.com/office/officeart/2005/8/layout/hierarchy6"/>
    <dgm:cxn modelId="{7BD0E6DA-D97F-46C8-8C74-11B59809C3C6}" type="presParOf" srcId="{1B544ED8-CD55-47A3-9B03-0A3C1D497FDD}" destId="{759DA253-73BF-4726-ABAD-A3A8DAEB6914}" srcOrd="0" destOrd="0" presId="urn:microsoft.com/office/officeart/2005/8/layout/hierarchy6"/>
    <dgm:cxn modelId="{3440D6C2-5E5F-49BA-A18A-FE6C762A570B}" type="presParOf" srcId="{1B544ED8-CD55-47A3-9B03-0A3C1D497FDD}" destId="{932631BF-28C3-4297-B16E-10706292319D}" srcOrd="1" destOrd="0" presId="urn:microsoft.com/office/officeart/2005/8/layout/hierarchy6"/>
    <dgm:cxn modelId="{EFFC9B61-699B-4D2A-97C9-D43A336FFCDE}" type="presParOf" srcId="{C06B52E0-2F4C-4F13-B9E9-B4AB4B2B238A}" destId="{132A4141-6C5C-423C-AD11-8F9465B40228}" srcOrd="1" destOrd="0" presId="urn:microsoft.com/office/officeart/2005/8/layout/hierarchy6"/>
  </dgm:cxnLst>
  <dgm:bg>
    <a:noFill/>
  </dgm:bg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6" y="1118474"/>
            <a:ext cx="7650956" cy="7717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69" y="2040255"/>
            <a:ext cx="6300788" cy="9201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2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80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20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27" y="2313623"/>
            <a:ext cx="7650956" cy="715089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7" y="1526026"/>
            <a:ext cx="7650956" cy="787598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056" y="840106"/>
            <a:ext cx="3975498" cy="2376131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71" y="840106"/>
            <a:ext cx="3975498" cy="2376131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6" y="805934"/>
            <a:ext cx="3977060" cy="335876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056" y="1141810"/>
            <a:ext cx="3977060" cy="2074426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447" y="805934"/>
            <a:ext cx="3978623" cy="335876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447" y="1141810"/>
            <a:ext cx="3978623" cy="2074426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7" y="143352"/>
            <a:ext cx="2961308" cy="610076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192" y="143353"/>
            <a:ext cx="5031879" cy="3072884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7" y="753428"/>
            <a:ext cx="2961308" cy="246280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285" y="2520316"/>
            <a:ext cx="5400675" cy="297537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4285" y="321707"/>
            <a:ext cx="5400675" cy="2160270"/>
          </a:xfrm>
        </p:spPr>
        <p:txBody>
          <a:bodyPr/>
          <a:lstStyle>
            <a:lvl1pPr marL="0" indent="0">
              <a:buNone/>
              <a:defRPr sz="2500"/>
            </a:lvl1pPr>
            <a:lvl2pPr marL="360045" indent="0">
              <a:buNone/>
              <a:defRPr sz="2200"/>
            </a:lvl2pPr>
            <a:lvl3pPr marL="720090" indent="0">
              <a:buNone/>
              <a:defRPr sz="1900"/>
            </a:lvl3pPr>
            <a:lvl4pPr marL="1080135" indent="0">
              <a:buNone/>
              <a:defRPr sz="1600"/>
            </a:lvl4pPr>
            <a:lvl5pPr marL="1440180" indent="0">
              <a:buNone/>
              <a:defRPr sz="1600"/>
            </a:lvl5pPr>
            <a:lvl6pPr marL="1800225" indent="0">
              <a:buNone/>
              <a:defRPr sz="1600"/>
            </a:lvl6pPr>
            <a:lvl7pPr marL="2160270" indent="0">
              <a:buNone/>
              <a:defRPr sz="1600"/>
            </a:lvl7pPr>
            <a:lvl8pPr marL="2520315" indent="0">
              <a:buNone/>
              <a:defRPr sz="1600"/>
            </a:lvl8pPr>
            <a:lvl9pPr marL="288036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4285" y="2817852"/>
            <a:ext cx="5400675" cy="42255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5816" y="144186"/>
            <a:ext cx="2025254" cy="30720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058" y="144186"/>
            <a:ext cx="5925741" cy="30720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057" y="144186"/>
            <a:ext cx="8101013" cy="600075"/>
          </a:xfrm>
          <a:prstGeom prst="rect">
            <a:avLst/>
          </a:prstGeom>
        </p:spPr>
        <p:txBody>
          <a:bodyPr vert="horz" lIns="72009" tIns="36005" rIns="72009" bIns="36005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7" y="840106"/>
            <a:ext cx="8101013" cy="2376131"/>
          </a:xfrm>
          <a:prstGeom prst="rect">
            <a:avLst/>
          </a:prstGeom>
        </p:spPr>
        <p:txBody>
          <a:bodyPr vert="horz" lIns="72009" tIns="36005" rIns="72009" bIns="3600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057" y="3337084"/>
            <a:ext cx="2100263" cy="191691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100BF-0AC8-48FF-8503-AFF979262A0D}" type="datetimeFigureOut">
              <a:rPr lang="en-US" smtClean="0"/>
              <a:t>11/21/2010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75386" y="3337084"/>
            <a:ext cx="2850356" cy="191691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0807" y="3337084"/>
            <a:ext cx="2100263" cy="191691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B47FB-5FA2-4CDE-970C-7BC73C34FCA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20090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34" indent="-270034" algn="l" defTabSz="720090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85073" indent="-225028" algn="l" defTabSz="72009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Diagram 20"/>
          <p:cNvGraphicFramePr/>
          <p:nvPr/>
        </p:nvGraphicFramePr>
        <p:xfrm>
          <a:off x="1571604" y="157151"/>
          <a:ext cx="5643602" cy="3214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Right Arrow 21"/>
          <p:cNvSpPr/>
          <p:nvPr/>
        </p:nvSpPr>
        <p:spPr>
          <a:xfrm rot="10800000">
            <a:off x="1428728" y="1871663"/>
            <a:ext cx="642942" cy="57150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6643702" y="1871663"/>
            <a:ext cx="642942" cy="57150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00034" y="1657349"/>
            <a:ext cx="928694" cy="1500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GB" sz="1300" dirty="0" smtClean="0"/>
              <a:t>x[]</a:t>
            </a:r>
          </a:p>
          <a:p>
            <a:pPr>
              <a:buFont typeface="Wingdings" pitchFamily="2" charset="2"/>
              <a:buChar char="§"/>
            </a:pPr>
            <a:r>
              <a:rPr lang="en-GB" sz="1300" dirty="0" smtClean="0"/>
              <a:t>y[]</a:t>
            </a:r>
          </a:p>
          <a:p>
            <a:pPr>
              <a:buFont typeface="Wingdings" pitchFamily="2" charset="2"/>
              <a:buChar char="§"/>
            </a:pPr>
            <a:r>
              <a:rPr lang="en-GB" sz="1300" dirty="0"/>
              <a:t>z</a:t>
            </a:r>
            <a:r>
              <a:rPr lang="en-GB" sz="1300" dirty="0" smtClean="0"/>
              <a:t>[]</a:t>
            </a:r>
          </a:p>
          <a:p>
            <a:pPr>
              <a:buFont typeface="Wingdings" pitchFamily="2" charset="2"/>
              <a:buChar char="§"/>
            </a:pPr>
            <a:r>
              <a:rPr lang="en-GB" sz="1300" dirty="0" smtClean="0"/>
              <a:t>Material</a:t>
            </a:r>
          </a:p>
          <a:p>
            <a:pPr>
              <a:buFont typeface="Wingdings" pitchFamily="2" charset="2"/>
              <a:buChar char="§"/>
            </a:pPr>
            <a:endParaRPr lang="en-GB" sz="1300" dirty="0" smtClean="0"/>
          </a:p>
        </p:txBody>
      </p:sp>
      <p:sp>
        <p:nvSpPr>
          <p:cNvPr id="25" name="Rectangle 24"/>
          <p:cNvSpPr/>
          <p:nvPr/>
        </p:nvSpPr>
        <p:spPr>
          <a:xfrm>
            <a:off x="7286644" y="1871663"/>
            <a:ext cx="1214446" cy="928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GB" sz="1300" dirty="0" smtClean="0"/>
              <a:t>Absorption[]</a:t>
            </a:r>
          </a:p>
          <a:p>
            <a:pPr>
              <a:buFont typeface="Wingdings" pitchFamily="2" charset="2"/>
              <a:buChar char="§"/>
            </a:pPr>
            <a:r>
              <a:rPr lang="en-GB" sz="1300" dirty="0" smtClean="0"/>
              <a:t>Name</a:t>
            </a:r>
          </a:p>
        </p:txBody>
      </p:sp>
      <p:sp>
        <p:nvSpPr>
          <p:cNvPr id="29" name="Freeform 28"/>
          <p:cNvSpPr/>
          <p:nvPr/>
        </p:nvSpPr>
        <p:spPr>
          <a:xfrm>
            <a:off x="1357290" y="2586043"/>
            <a:ext cx="4500594" cy="1014407"/>
          </a:xfrm>
          <a:custGeom>
            <a:avLst/>
            <a:gdLst>
              <a:gd name="connsiteX0" fmla="*/ 0 w 5078027"/>
              <a:gd name="connsiteY0" fmla="*/ 35511 h 918839"/>
              <a:gd name="connsiteX1" fmla="*/ 861134 w 5078027"/>
              <a:gd name="connsiteY1" fmla="*/ 878889 h 918839"/>
              <a:gd name="connsiteX2" fmla="*/ 4261282 w 5078027"/>
              <a:gd name="connsiteY2" fmla="*/ 275208 h 918839"/>
              <a:gd name="connsiteX3" fmla="*/ 5078027 w 5078027"/>
              <a:gd name="connsiteY3" fmla="*/ 0 h 918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8027" h="918839">
                <a:moveTo>
                  <a:pt x="0" y="35511"/>
                </a:moveTo>
                <a:cubicBezTo>
                  <a:pt x="75460" y="437225"/>
                  <a:pt x="150920" y="838939"/>
                  <a:pt x="861134" y="878889"/>
                </a:cubicBezTo>
                <a:cubicBezTo>
                  <a:pt x="1571348" y="918839"/>
                  <a:pt x="3558467" y="421689"/>
                  <a:pt x="4261282" y="275208"/>
                </a:cubicBezTo>
                <a:cubicBezTo>
                  <a:pt x="4964097" y="128727"/>
                  <a:pt x="5021062" y="64363"/>
                  <a:pt x="5078027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31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Dmitry</dc:creator>
  <cp:lastModifiedBy>Dmitry</cp:lastModifiedBy>
  <cp:revision>70</cp:revision>
  <dcterms:created xsi:type="dcterms:W3CDTF">2010-11-21T19:10:48Z</dcterms:created>
  <dcterms:modified xsi:type="dcterms:W3CDTF">2010-11-22T21:38:48Z</dcterms:modified>
</cp:coreProperties>
</file>