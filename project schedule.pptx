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121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78" y="-192"/>
      </p:cViewPr>
      <p:guideLst>
        <p:guide orient="horz" pos="192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1604"/>
            <a:ext cx="7772400" cy="13121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68794"/>
            <a:ext cx="6400800" cy="15643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933567"/>
            <a:ext cx="7772400" cy="121577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94511"/>
            <a:ext cx="7772400" cy="13390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28328"/>
            <a:ext cx="4038600" cy="40398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28328"/>
            <a:ext cx="4038600" cy="40398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0230"/>
            <a:ext cx="4040188" cy="571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1278"/>
            <a:ext cx="4040188" cy="35268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70230"/>
            <a:ext cx="4041775" cy="571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941278"/>
            <a:ext cx="4041775" cy="35268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43724"/>
            <a:ext cx="3008313" cy="10372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43724"/>
            <a:ext cx="5111750" cy="52244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280960"/>
            <a:ext cx="3008313" cy="41872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284980"/>
            <a:ext cx="5486400" cy="5058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46959"/>
            <a:ext cx="5486400" cy="36728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790846"/>
            <a:ext cx="5486400" cy="7184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45140"/>
            <a:ext cx="2057400" cy="52230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45140"/>
            <a:ext cx="6019800" cy="52230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5141"/>
            <a:ext cx="8229600" cy="1020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28328"/>
            <a:ext cx="8229600" cy="40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673631"/>
            <a:ext cx="2133600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B457E-9C97-479D-A6CE-AE044125CEC4}" type="datetimeFigureOut">
              <a:rPr lang="en-US" smtClean="0"/>
              <a:pPr/>
              <a:t>10/1/2010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673631"/>
            <a:ext cx="2895600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673631"/>
            <a:ext cx="2133600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53AC6-9E9A-4BB5-A71D-36CF4D9692C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190440" y="434934"/>
            <a:ext cx="2263806" cy="730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Literature search &amp; reading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Research into necessary equipment, such as speakers and microphone</a:t>
            </a:r>
          </a:p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Write 1</a:t>
            </a:r>
            <a:r>
              <a:rPr lang="en-GB" sz="1100" b="1" baseline="30000" dirty="0" smtClean="0">
                <a:solidFill>
                  <a:schemeClr val="tx1"/>
                </a:solidFill>
              </a:rPr>
              <a:t>st</a:t>
            </a:r>
            <a:r>
              <a:rPr lang="en-GB" sz="1100" b="1" dirty="0" smtClean="0">
                <a:solidFill>
                  <a:schemeClr val="tx1"/>
                </a:solidFill>
              </a:rPr>
              <a:t> report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249317" y="1347759"/>
            <a:ext cx="2555909" cy="1204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Create and test room simulation model in Matlab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Find and test a method to measure room response. Check the simulation against a real room.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Characterise the equipment</a:t>
            </a:r>
          </a:p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Write 2</a:t>
            </a:r>
            <a:r>
              <a:rPr lang="en-GB" sz="1100" b="1" baseline="30000" dirty="0" smtClean="0">
                <a:solidFill>
                  <a:schemeClr val="tx1"/>
                </a:solidFill>
              </a:rPr>
              <a:t>nd</a:t>
            </a:r>
            <a:r>
              <a:rPr lang="en-GB" sz="1100" b="1" dirty="0" smtClean="0">
                <a:solidFill>
                  <a:schemeClr val="tx1"/>
                </a:solidFill>
              </a:rPr>
              <a:t> report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454246" y="2698740"/>
            <a:ext cx="2738475" cy="1058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Design correction and cross-over filters and check on the simulation model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Find a hardware of software platform for filter implementation</a:t>
            </a:r>
          </a:p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Prepare presentation</a:t>
            </a:r>
          </a:p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3586149" y="3867156"/>
            <a:ext cx="2811501" cy="1022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Start writing main report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Test class-D amplifier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Put the system together</a:t>
            </a: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Test room equalisation in real environment</a:t>
            </a:r>
          </a:p>
          <a:p>
            <a:pPr algn="ctr"/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0"/>
            <a:ext cx="803286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 smtClean="0"/>
              <a:t>Summer </a:t>
            </a:r>
          </a:p>
          <a:p>
            <a:r>
              <a:rPr lang="en-GB" sz="1200" b="1" dirty="0" smtClean="0"/>
              <a:t>2010</a:t>
            </a:r>
            <a:endParaRPr lang="en-US" sz="1200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2198655" y="106317"/>
            <a:ext cx="876312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 smtClean="0"/>
              <a:t>4 Oct 2010</a:t>
            </a:r>
            <a:endParaRPr lang="en-US" sz="1200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3732201" y="142830"/>
            <a:ext cx="985851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 smtClean="0"/>
              <a:t>29 Nov 2010</a:t>
            </a:r>
            <a:endParaRPr lang="en-US" sz="1200" b="1" dirty="0"/>
          </a:p>
        </p:txBody>
      </p:sp>
      <p:grpSp>
        <p:nvGrpSpPr>
          <p:cNvPr id="74" name="Group 73"/>
          <p:cNvGrpSpPr/>
          <p:nvPr/>
        </p:nvGrpSpPr>
        <p:grpSpPr>
          <a:xfrm>
            <a:off x="1066752" y="325395"/>
            <a:ext cx="1534342" cy="1570059"/>
            <a:chOff x="1103265" y="508754"/>
            <a:chExt cx="1534342" cy="1570059"/>
          </a:xfrm>
        </p:grpSpPr>
        <p:cxnSp>
          <p:nvCxnSpPr>
            <p:cNvPr id="75" name="Straight Connector 74"/>
            <p:cNvCxnSpPr/>
            <p:nvPr/>
          </p:nvCxnSpPr>
          <p:spPr>
            <a:xfrm rot="5400000">
              <a:off x="2162540" y="983025"/>
              <a:ext cx="949338" cy="7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0800000">
              <a:off x="1103265" y="1458092"/>
              <a:ext cx="1533546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793698" y="1767659"/>
              <a:ext cx="620721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/>
          <p:cNvCxnSpPr/>
          <p:nvPr/>
        </p:nvCxnSpPr>
        <p:spPr>
          <a:xfrm rot="5400000">
            <a:off x="2874939" y="1547787"/>
            <a:ext cx="2154267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10800000">
            <a:off x="2344707" y="2625714"/>
            <a:ext cx="1606572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rot="5400000">
            <a:off x="1943857" y="3026564"/>
            <a:ext cx="803288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908832" y="142830"/>
            <a:ext cx="985851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 smtClean="0"/>
              <a:t>16 Mar 2011</a:t>
            </a:r>
            <a:endParaRPr lang="en-US" sz="1200" b="1" dirty="0"/>
          </a:p>
        </p:txBody>
      </p:sp>
      <p:grpSp>
        <p:nvGrpSpPr>
          <p:cNvPr id="82" name="Group 81"/>
          <p:cNvGrpSpPr/>
          <p:nvPr/>
        </p:nvGrpSpPr>
        <p:grpSpPr>
          <a:xfrm>
            <a:off x="5667390" y="471448"/>
            <a:ext cx="1716908" cy="5111818"/>
            <a:chOff x="3586149" y="618295"/>
            <a:chExt cx="1716908" cy="5111818"/>
          </a:xfrm>
        </p:grpSpPr>
        <p:cxnSp>
          <p:nvCxnSpPr>
            <p:cNvPr id="83" name="Straight Connector 82"/>
            <p:cNvCxnSpPr/>
            <p:nvPr/>
          </p:nvCxnSpPr>
          <p:spPr>
            <a:xfrm rot="5400000">
              <a:off x="3040437" y="2843605"/>
              <a:ext cx="4487930" cy="373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0800000">
              <a:off x="3586149" y="5109393"/>
              <a:ext cx="1679598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5400000">
              <a:off x="3276583" y="5418959"/>
              <a:ext cx="620721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Rectangle 85"/>
          <p:cNvSpPr/>
          <p:nvPr/>
        </p:nvSpPr>
        <p:spPr>
          <a:xfrm>
            <a:off x="5776929" y="5108599"/>
            <a:ext cx="2373345" cy="6572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System testing with feedback from presentation</a:t>
            </a:r>
          </a:p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Finish final report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4222" y="139660"/>
            <a:ext cx="985851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 smtClean="0"/>
              <a:t>25 Mar 2011</a:t>
            </a:r>
            <a:endParaRPr lang="en-US" sz="1200" b="1" dirty="0"/>
          </a:p>
        </p:txBody>
      </p:sp>
      <p:cxnSp>
        <p:nvCxnSpPr>
          <p:cNvPr id="25" name="Straight Connector 24"/>
          <p:cNvCxnSpPr/>
          <p:nvPr/>
        </p:nvCxnSpPr>
        <p:spPr>
          <a:xfrm rot="5400000">
            <a:off x="5758672" y="3078957"/>
            <a:ext cx="5330898" cy="365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111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12</cp:revision>
  <dcterms:created xsi:type="dcterms:W3CDTF">2010-09-29T10:59:37Z</dcterms:created>
  <dcterms:modified xsi:type="dcterms:W3CDTF">2010-10-01T19:57:27Z</dcterms:modified>
</cp:coreProperties>
</file>