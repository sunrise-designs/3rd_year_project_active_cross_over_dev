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30607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84" y="-612"/>
      </p:cViewPr>
      <p:guideLst>
        <p:guide orient="horz" pos="96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50801"/>
            <a:ext cx="7772400" cy="6560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734397"/>
            <a:ext cx="6400800" cy="78217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66783"/>
            <a:ext cx="7772400" cy="60789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297256"/>
            <a:ext cx="7772400" cy="66952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714164"/>
            <a:ext cx="4038600" cy="201992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714164"/>
            <a:ext cx="4038600" cy="201992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85116"/>
            <a:ext cx="4040188" cy="2855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970639"/>
            <a:ext cx="4040188" cy="176344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685116"/>
            <a:ext cx="4041775" cy="28552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970639"/>
            <a:ext cx="4041775" cy="176344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121862"/>
            <a:ext cx="3008313" cy="51861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21861"/>
            <a:ext cx="5111750" cy="26122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640480"/>
            <a:ext cx="3008313" cy="20936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2142490"/>
            <a:ext cx="5486400" cy="25293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273478"/>
            <a:ext cx="5486400" cy="18364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2395424"/>
            <a:ext cx="5486400" cy="35920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571"/>
            <a:ext cx="2057400" cy="26115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571"/>
            <a:ext cx="6019800" cy="26115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2570"/>
            <a:ext cx="8229600" cy="510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14164"/>
            <a:ext cx="8229600" cy="20199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2836817"/>
            <a:ext cx="2133600" cy="1629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9B02-AC4B-40F6-9042-AF877D208423}" type="datetimeFigureOut">
              <a:rPr lang="en-US" smtClean="0"/>
              <a:pPr/>
              <a:t>11/29/2010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2836817"/>
            <a:ext cx="2895600" cy="1629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2836817"/>
            <a:ext cx="2133600" cy="1629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5F3A2-DC5C-4F78-93F0-F79EEE8D88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Straight Arrow Connector 86"/>
          <p:cNvCxnSpPr/>
          <p:nvPr/>
        </p:nvCxnSpPr>
        <p:spPr>
          <a:xfrm flipV="1">
            <a:off x="6072198" y="953565"/>
            <a:ext cx="428628" cy="528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8" name="Group 87"/>
          <p:cNvGrpSpPr/>
          <p:nvPr/>
        </p:nvGrpSpPr>
        <p:grpSpPr>
          <a:xfrm>
            <a:off x="285720" y="387342"/>
            <a:ext cx="8501122" cy="2428892"/>
            <a:chOff x="285720" y="2571744"/>
            <a:chExt cx="8001056" cy="2428892"/>
          </a:xfrm>
        </p:grpSpPr>
        <p:sp>
          <p:nvSpPr>
            <p:cNvPr id="89" name="Rectangle 88"/>
            <p:cNvSpPr/>
            <p:nvPr/>
          </p:nvSpPr>
          <p:spPr>
            <a:xfrm>
              <a:off x="1714480" y="3000372"/>
              <a:ext cx="642942" cy="2857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x(n)</a:t>
              </a:r>
              <a:endParaRPr lang="en-US" dirty="0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5214942" y="3000372"/>
              <a:ext cx="516875" cy="2857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b="1" dirty="0" smtClean="0"/>
                <a:t>c</a:t>
              </a:r>
              <a:endParaRPr lang="en-US" b="1" dirty="0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2643174" y="3000372"/>
              <a:ext cx="642942" cy="2857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w</a:t>
              </a:r>
              <a:endParaRPr lang="en-US" b="1" dirty="0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7643834" y="3000372"/>
              <a:ext cx="642942" cy="28575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y(n)</a:t>
              </a:r>
              <a:endParaRPr lang="en-US" dirty="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285720" y="2571744"/>
              <a:ext cx="1071570" cy="50006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Training sequence</a:t>
              </a:r>
              <a:endParaRPr lang="en-US" sz="1400" dirty="0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285720" y="3214686"/>
              <a:ext cx="1071570" cy="5715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Music</a:t>
              </a:r>
              <a:endParaRPr lang="en-US" sz="1400" dirty="0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538646" y="2928934"/>
              <a:ext cx="928694" cy="4286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A-to-D</a:t>
              </a:r>
              <a:endParaRPr lang="en-US" dirty="0"/>
            </a:p>
          </p:txBody>
        </p:sp>
        <p:pic>
          <p:nvPicPr>
            <p:cNvPr id="96" name="Picture 66" descr="Loud Speaker Clip Art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23280" y="3000372"/>
              <a:ext cx="286402" cy="289846"/>
            </a:xfrm>
            <a:prstGeom prst="rect">
              <a:avLst/>
            </a:prstGeom>
            <a:noFill/>
          </p:spPr>
        </p:pic>
        <p:pic>
          <p:nvPicPr>
            <p:cNvPr id="97" name="Picture 96" descr="http://www.cksinfo.com/clipart/music/old-microphone.png"/>
            <p:cNvPicPr/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135232" y="2973477"/>
              <a:ext cx="204282" cy="328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8" name="Rectangle 97"/>
            <p:cNvSpPr/>
            <p:nvPr/>
          </p:nvSpPr>
          <p:spPr>
            <a:xfrm>
              <a:off x="3571868" y="2818996"/>
              <a:ext cx="857256" cy="6429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D-to-A</a:t>
              </a:r>
              <a:endParaRPr lang="en-US" dirty="0"/>
            </a:p>
          </p:txBody>
        </p:sp>
        <p:cxnSp>
          <p:nvCxnSpPr>
            <p:cNvPr id="99" name="Elbow Connector 98"/>
            <p:cNvCxnSpPr>
              <a:stCxn id="93" idx="3"/>
              <a:endCxn id="89" idx="1"/>
            </p:cNvCxnSpPr>
            <p:nvPr/>
          </p:nvCxnSpPr>
          <p:spPr>
            <a:xfrm>
              <a:off x="1357290" y="2821777"/>
              <a:ext cx="357190" cy="321471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Elbow Connector 99"/>
            <p:cNvCxnSpPr>
              <a:stCxn id="94" idx="3"/>
              <a:endCxn id="89" idx="1"/>
            </p:cNvCxnSpPr>
            <p:nvPr/>
          </p:nvCxnSpPr>
          <p:spPr>
            <a:xfrm flipV="1">
              <a:off x="1357290" y="3143248"/>
              <a:ext cx="357190" cy="357190"/>
            </a:xfrm>
            <a:prstGeom prst="bent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89" idx="3"/>
              <a:endCxn id="91" idx="1"/>
            </p:cNvCxnSpPr>
            <p:nvPr/>
          </p:nvCxnSpPr>
          <p:spPr>
            <a:xfrm>
              <a:off x="2357422" y="3143248"/>
              <a:ext cx="28575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98" idx="3"/>
              <a:endCxn id="96" idx="1"/>
            </p:cNvCxnSpPr>
            <p:nvPr/>
          </p:nvCxnSpPr>
          <p:spPr>
            <a:xfrm>
              <a:off x="4429124" y="3140467"/>
              <a:ext cx="294156" cy="482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97" idx="3"/>
              <a:endCxn id="95" idx="1"/>
            </p:cNvCxnSpPr>
            <p:nvPr/>
          </p:nvCxnSpPr>
          <p:spPr>
            <a:xfrm>
              <a:off x="6339514" y="3137967"/>
              <a:ext cx="199132" cy="528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Rectangle 103"/>
            <p:cNvSpPr/>
            <p:nvPr/>
          </p:nvSpPr>
          <p:spPr>
            <a:xfrm>
              <a:off x="2504500" y="4143380"/>
              <a:ext cx="928694" cy="8572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GB" sz="1400" dirty="0" smtClean="0"/>
                <a:t>Adaptive correction algorithm</a:t>
              </a:r>
              <a:endParaRPr lang="en-US" sz="1400" dirty="0"/>
            </a:p>
          </p:txBody>
        </p:sp>
        <p:cxnSp>
          <p:nvCxnSpPr>
            <p:cNvPr id="105" name="Shape 104"/>
            <p:cNvCxnSpPr>
              <a:stCxn id="92" idx="2"/>
              <a:endCxn id="104" idx="3"/>
            </p:cNvCxnSpPr>
            <p:nvPr/>
          </p:nvCxnSpPr>
          <p:spPr>
            <a:xfrm rot="5400000">
              <a:off x="5056307" y="1663010"/>
              <a:ext cx="1285884" cy="4532111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104" idx="0"/>
              <a:endCxn id="91" idx="2"/>
            </p:cNvCxnSpPr>
            <p:nvPr/>
          </p:nvCxnSpPr>
          <p:spPr>
            <a:xfrm rot="16200000" flipV="1">
              <a:off x="2538119" y="3712650"/>
              <a:ext cx="857256" cy="420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>
              <a:stCxn id="91" idx="3"/>
              <a:endCxn id="98" idx="1"/>
            </p:cNvCxnSpPr>
            <p:nvPr/>
          </p:nvCxnSpPr>
          <p:spPr>
            <a:xfrm flipV="1">
              <a:off x="3286116" y="3140467"/>
              <a:ext cx="285752" cy="278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>
              <a:stCxn id="95" idx="3"/>
              <a:endCxn id="92" idx="1"/>
            </p:cNvCxnSpPr>
            <p:nvPr/>
          </p:nvCxnSpPr>
          <p:spPr>
            <a:xfrm>
              <a:off x="7467340" y="3143248"/>
              <a:ext cx="17649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stCxn id="96" idx="3"/>
              <a:endCxn id="90" idx="1"/>
            </p:cNvCxnSpPr>
            <p:nvPr/>
          </p:nvCxnSpPr>
          <p:spPr>
            <a:xfrm flipV="1">
              <a:off x="5009682" y="3143248"/>
              <a:ext cx="205259" cy="204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hape 109"/>
            <p:cNvCxnSpPr>
              <a:stCxn id="89" idx="2"/>
              <a:endCxn id="104" idx="1"/>
            </p:cNvCxnSpPr>
            <p:nvPr/>
          </p:nvCxnSpPr>
          <p:spPr>
            <a:xfrm rot="16200000" flipH="1">
              <a:off x="1627283" y="3694791"/>
              <a:ext cx="1285884" cy="468549"/>
            </a:xfrm>
            <a:prstGeom prst="bentConnector2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1" name="TextBox 110"/>
          <p:cNvSpPr txBox="1"/>
          <p:nvPr/>
        </p:nvSpPr>
        <p:spPr>
          <a:xfrm>
            <a:off x="1643042" y="458780"/>
            <a:ext cx="1071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Input signal</a:t>
            </a:r>
            <a:endParaRPr lang="en-US" sz="1400" dirty="0"/>
          </a:p>
        </p:txBody>
      </p:sp>
      <p:sp>
        <p:nvSpPr>
          <p:cNvPr id="112" name="TextBox 111"/>
          <p:cNvSpPr txBox="1"/>
          <p:nvPr/>
        </p:nvSpPr>
        <p:spPr>
          <a:xfrm>
            <a:off x="2786050" y="458780"/>
            <a:ext cx="1071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</a:t>
            </a:r>
            <a:r>
              <a:rPr lang="en-GB" sz="1400" dirty="0" smtClean="0"/>
              <a:t>ilter</a:t>
            </a:r>
            <a:endParaRPr lang="en-US" sz="1400" dirty="0" smtClean="0"/>
          </a:p>
          <a:p>
            <a:endParaRPr lang="en-US" sz="1400" dirty="0" smtClean="0"/>
          </a:p>
        </p:txBody>
      </p:sp>
      <p:sp>
        <p:nvSpPr>
          <p:cNvPr id="113" name="TextBox 112"/>
          <p:cNvSpPr txBox="1"/>
          <p:nvPr/>
        </p:nvSpPr>
        <p:spPr>
          <a:xfrm>
            <a:off x="4652403" y="1065580"/>
            <a:ext cx="1214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Loudspeaker</a:t>
            </a:r>
            <a:endParaRPr lang="en-US" sz="1400" dirty="0" smtClean="0"/>
          </a:p>
          <a:p>
            <a:endParaRPr lang="en-US" sz="1400" dirty="0" smtClean="0"/>
          </a:p>
        </p:txBody>
      </p:sp>
      <p:sp>
        <p:nvSpPr>
          <p:cNvPr id="114" name="TextBox 113"/>
          <p:cNvSpPr txBox="1"/>
          <p:nvPr/>
        </p:nvSpPr>
        <p:spPr>
          <a:xfrm>
            <a:off x="5429256" y="244466"/>
            <a:ext cx="857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Room channel</a:t>
            </a:r>
            <a:endParaRPr lang="en-US" sz="1400" dirty="0" smtClean="0"/>
          </a:p>
        </p:txBody>
      </p:sp>
      <p:sp>
        <p:nvSpPr>
          <p:cNvPr id="115" name="TextBox 114"/>
          <p:cNvSpPr txBox="1"/>
          <p:nvPr/>
        </p:nvSpPr>
        <p:spPr>
          <a:xfrm>
            <a:off x="6080881" y="1092757"/>
            <a:ext cx="10715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Microphone</a:t>
            </a:r>
            <a:endParaRPr lang="en-US" sz="1400" dirty="0" smtClean="0"/>
          </a:p>
        </p:txBody>
      </p:sp>
      <p:sp>
        <p:nvSpPr>
          <p:cNvPr id="116" name="TextBox 115"/>
          <p:cNvSpPr txBox="1"/>
          <p:nvPr/>
        </p:nvSpPr>
        <p:spPr>
          <a:xfrm>
            <a:off x="8143868" y="244466"/>
            <a:ext cx="10001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Output signal</a:t>
            </a:r>
            <a:endParaRPr lang="en-US" sz="1400" dirty="0" smtClean="0"/>
          </a:p>
          <a:p>
            <a:endParaRPr lang="en-US" sz="1400" dirty="0" smtClean="0"/>
          </a:p>
        </p:txBody>
      </p:sp>
      <p:pic>
        <p:nvPicPr>
          <p:cNvPr id="117" name="Picture 28" descr="D:\Documents and Settings\Dmitry\Local Settings\Temporary Internet Files\Content.IE5\KLX8K8U0\MC900064950[1].wm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6512" y="1601788"/>
            <a:ext cx="598487" cy="527888"/>
          </a:xfrm>
          <a:prstGeom prst="rect">
            <a:avLst/>
          </a:prstGeom>
          <a:noFill/>
        </p:spPr>
      </p:pic>
      <p:sp>
        <p:nvSpPr>
          <p:cNvPr id="118" name="TextBox 117"/>
          <p:cNvSpPr txBox="1"/>
          <p:nvPr/>
        </p:nvSpPr>
        <p:spPr>
          <a:xfrm>
            <a:off x="6143636" y="2101854"/>
            <a:ext cx="1357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Listener</a:t>
            </a:r>
            <a:endParaRPr lang="en-US" sz="1400" dirty="0" smtClean="0"/>
          </a:p>
        </p:txBody>
      </p:sp>
      <p:cxnSp>
        <p:nvCxnSpPr>
          <p:cNvPr id="119" name="Shape 118"/>
          <p:cNvCxnSpPr>
            <a:endCxn id="117" idx="1"/>
          </p:cNvCxnSpPr>
          <p:nvPr/>
        </p:nvCxnSpPr>
        <p:spPr>
          <a:xfrm rot="16200000" flipH="1">
            <a:off x="5761631" y="1340851"/>
            <a:ext cx="906886" cy="142876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5706325" y="1673226"/>
            <a:ext cx="5000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d(t)</a:t>
            </a: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ln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3186</TotalTime>
  <Words>26</Words>
  <Application>Microsoft Office PowerPoint</Application>
  <PresentationFormat>Custom</PresentationFormat>
  <Paragraphs>17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Dmitry</dc:creator>
  <cp:lastModifiedBy>Dmitry</cp:lastModifiedBy>
  <cp:revision>170</cp:revision>
  <dcterms:created xsi:type="dcterms:W3CDTF">2010-11-19T13:32:46Z</dcterms:created>
  <dcterms:modified xsi:type="dcterms:W3CDTF">2010-11-29T10:41:14Z</dcterms:modified>
</cp:coreProperties>
</file>