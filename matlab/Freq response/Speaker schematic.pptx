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</p:sldIdLst>
  <p:sldSz cx="9001125" cy="7200900"/>
  <p:notesSz cx="6858000" cy="9144000"/>
  <p:defaultTextStyle>
    <a:defPPr>
      <a:defRPr lang="en-US"/>
    </a:defPPr>
    <a:lvl1pPr marL="0" algn="l" defTabSz="925636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62818" algn="l" defTabSz="925636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25636" algn="l" defTabSz="925636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88455" algn="l" defTabSz="925636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51270" algn="l" defTabSz="925636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314088" algn="l" defTabSz="925636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76907" algn="l" defTabSz="925636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39725" algn="l" defTabSz="925636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702543" algn="l" defTabSz="925636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 autoAdjust="0"/>
    <p:restoredTop sz="94710" autoAdjust="0"/>
  </p:normalViewPr>
  <p:slideViewPr>
    <p:cSldViewPr snapToObjects="1">
      <p:cViewPr varScale="1">
        <p:scale>
          <a:sx n="80" d="100"/>
          <a:sy n="80" d="100"/>
        </p:scale>
        <p:origin x="-1560" y="-72"/>
      </p:cViewPr>
      <p:guideLst>
        <p:guide orient="horz" pos="2268"/>
        <p:guide pos="2835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gridSpacing cx="36004" cy="36004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75086" y="2236952"/>
            <a:ext cx="7650957" cy="1543527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50170" y="4080510"/>
            <a:ext cx="6300788" cy="184023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6281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25636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8845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5127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31408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7690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3972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70254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9EAE56-2FD2-40C4-A87F-CB788295D857}" type="datetimeFigureOut">
              <a:rPr lang="en-GB" smtClean="0"/>
              <a:t>04/03/2011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9F663D-6C26-419E-86CA-141B621BF5EB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11043024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9EAE56-2FD2-40C4-A87F-CB788295D857}" type="datetimeFigureOut">
              <a:rPr lang="en-GB" smtClean="0"/>
              <a:t>04/03/2011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9F663D-6C26-419E-86CA-141B621BF5EB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4670404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11028" y="4627251"/>
            <a:ext cx="7650957" cy="1430179"/>
          </a:xfrm>
        </p:spPr>
        <p:txBody>
          <a:bodyPr anchor="t"/>
          <a:lstStyle>
            <a:lvl1pPr algn="l">
              <a:defRPr sz="4100" b="1" cap="all"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11028" y="3052052"/>
            <a:ext cx="7650957" cy="1575197"/>
          </a:xfrm>
        </p:spPr>
        <p:txBody>
          <a:bodyPr anchor="b"/>
          <a:lstStyle>
            <a:lvl1pPr marL="0" indent="0">
              <a:buNone/>
              <a:defRPr sz="2100">
                <a:solidFill>
                  <a:schemeClr val="tx1">
                    <a:tint val="75000"/>
                  </a:schemeClr>
                </a:solidFill>
              </a:defRPr>
            </a:lvl1pPr>
            <a:lvl2pPr marL="462818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25636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88455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5127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314088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76907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39725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702543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9EAE56-2FD2-40C4-A87F-CB788295D857}" type="datetimeFigureOut">
              <a:rPr lang="en-GB" smtClean="0"/>
              <a:t>04/03/2011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9F663D-6C26-419E-86CA-141B621BF5EB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84356544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0057" y="1680213"/>
            <a:ext cx="3975497" cy="4752261"/>
          </a:xfrm>
        </p:spPr>
        <p:txBody>
          <a:bodyPr/>
          <a:lstStyle>
            <a:lvl1pPr>
              <a:defRPr sz="2900"/>
            </a:lvl1pPr>
            <a:lvl2pPr>
              <a:defRPr sz="2500"/>
            </a:lvl2pPr>
            <a:lvl3pPr>
              <a:defRPr sz="21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5573" y="1680213"/>
            <a:ext cx="3975497" cy="4752261"/>
          </a:xfrm>
        </p:spPr>
        <p:txBody>
          <a:bodyPr/>
          <a:lstStyle>
            <a:lvl1pPr>
              <a:defRPr sz="2900"/>
            </a:lvl1pPr>
            <a:lvl2pPr>
              <a:defRPr sz="2500"/>
            </a:lvl2pPr>
            <a:lvl3pPr>
              <a:defRPr sz="21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9EAE56-2FD2-40C4-A87F-CB788295D857}" type="datetimeFigureOut">
              <a:rPr lang="en-GB" smtClean="0"/>
              <a:t>04/03/2011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9F663D-6C26-419E-86CA-141B621BF5EB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0325321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0057" y="1611869"/>
            <a:ext cx="3977060" cy="671750"/>
          </a:xfrm>
        </p:spPr>
        <p:txBody>
          <a:bodyPr anchor="b"/>
          <a:lstStyle>
            <a:lvl1pPr marL="0" indent="0">
              <a:buNone/>
              <a:defRPr sz="2500" b="1"/>
            </a:lvl1pPr>
            <a:lvl2pPr marL="462818" indent="0">
              <a:buNone/>
              <a:defRPr sz="2100" b="1"/>
            </a:lvl2pPr>
            <a:lvl3pPr marL="925636" indent="0">
              <a:buNone/>
              <a:defRPr sz="1800" b="1"/>
            </a:lvl3pPr>
            <a:lvl4pPr marL="1388455" indent="0">
              <a:buNone/>
              <a:defRPr sz="1600" b="1"/>
            </a:lvl4pPr>
            <a:lvl5pPr marL="1851270" indent="0">
              <a:buNone/>
              <a:defRPr sz="1600" b="1"/>
            </a:lvl5pPr>
            <a:lvl6pPr marL="2314088" indent="0">
              <a:buNone/>
              <a:defRPr sz="1600" b="1"/>
            </a:lvl6pPr>
            <a:lvl7pPr marL="2776907" indent="0">
              <a:buNone/>
              <a:defRPr sz="1600" b="1"/>
            </a:lvl7pPr>
            <a:lvl8pPr marL="3239725" indent="0">
              <a:buNone/>
              <a:defRPr sz="1600" b="1"/>
            </a:lvl8pPr>
            <a:lvl9pPr marL="3702543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0057" y="2283621"/>
            <a:ext cx="3977060" cy="4148853"/>
          </a:xfrm>
        </p:spPr>
        <p:txBody>
          <a:bodyPr/>
          <a:lstStyle>
            <a:lvl1pPr>
              <a:defRPr sz="2500"/>
            </a:lvl1pPr>
            <a:lvl2pPr>
              <a:defRPr sz="21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572451" y="1611869"/>
            <a:ext cx="3978623" cy="671750"/>
          </a:xfrm>
        </p:spPr>
        <p:txBody>
          <a:bodyPr anchor="b"/>
          <a:lstStyle>
            <a:lvl1pPr marL="0" indent="0">
              <a:buNone/>
              <a:defRPr sz="2500" b="1"/>
            </a:lvl1pPr>
            <a:lvl2pPr marL="462818" indent="0">
              <a:buNone/>
              <a:defRPr sz="2100" b="1"/>
            </a:lvl2pPr>
            <a:lvl3pPr marL="925636" indent="0">
              <a:buNone/>
              <a:defRPr sz="1800" b="1"/>
            </a:lvl3pPr>
            <a:lvl4pPr marL="1388455" indent="0">
              <a:buNone/>
              <a:defRPr sz="1600" b="1"/>
            </a:lvl4pPr>
            <a:lvl5pPr marL="1851270" indent="0">
              <a:buNone/>
              <a:defRPr sz="1600" b="1"/>
            </a:lvl5pPr>
            <a:lvl6pPr marL="2314088" indent="0">
              <a:buNone/>
              <a:defRPr sz="1600" b="1"/>
            </a:lvl6pPr>
            <a:lvl7pPr marL="2776907" indent="0">
              <a:buNone/>
              <a:defRPr sz="1600" b="1"/>
            </a:lvl7pPr>
            <a:lvl8pPr marL="3239725" indent="0">
              <a:buNone/>
              <a:defRPr sz="1600" b="1"/>
            </a:lvl8pPr>
            <a:lvl9pPr marL="3702543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572451" y="2283621"/>
            <a:ext cx="3978623" cy="4148853"/>
          </a:xfrm>
        </p:spPr>
        <p:txBody>
          <a:bodyPr/>
          <a:lstStyle>
            <a:lvl1pPr>
              <a:defRPr sz="2500"/>
            </a:lvl1pPr>
            <a:lvl2pPr>
              <a:defRPr sz="21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9EAE56-2FD2-40C4-A87F-CB788295D857}" type="datetimeFigureOut">
              <a:rPr lang="en-GB" smtClean="0"/>
              <a:t>04/03/2011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9F663D-6C26-419E-86CA-141B621BF5EB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1682775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9EAE56-2FD2-40C4-A87F-CB788295D857}" type="datetimeFigureOut">
              <a:rPr lang="en-GB" smtClean="0"/>
              <a:t>04/03/2011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9F663D-6C26-419E-86CA-141B621BF5EB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80451746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9EAE56-2FD2-40C4-A87F-CB788295D857}" type="datetimeFigureOut">
              <a:rPr lang="en-GB" smtClean="0"/>
              <a:t>04/03/2011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9F663D-6C26-419E-86CA-141B621BF5EB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36183612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0060" y="286705"/>
            <a:ext cx="2961308" cy="1220153"/>
          </a:xfrm>
        </p:spPr>
        <p:txBody>
          <a:bodyPr anchor="b"/>
          <a:lstStyle>
            <a:lvl1pPr algn="l">
              <a:defRPr sz="2100" b="1"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19191" y="286709"/>
            <a:ext cx="5031879" cy="6145769"/>
          </a:xfrm>
        </p:spPr>
        <p:txBody>
          <a:bodyPr/>
          <a:lstStyle>
            <a:lvl1pPr>
              <a:defRPr sz="3300"/>
            </a:lvl1pPr>
            <a:lvl2pPr>
              <a:defRPr sz="2900"/>
            </a:lvl2pPr>
            <a:lvl3pPr>
              <a:defRPr sz="2500"/>
            </a:lvl3pPr>
            <a:lvl4pPr>
              <a:defRPr sz="2100"/>
            </a:lvl4pPr>
            <a:lvl5pPr>
              <a:defRPr sz="2100"/>
            </a:lvl5pPr>
            <a:lvl6pPr>
              <a:defRPr sz="2100"/>
            </a:lvl6pPr>
            <a:lvl7pPr>
              <a:defRPr sz="2100"/>
            </a:lvl7pPr>
            <a:lvl8pPr>
              <a:defRPr sz="2100"/>
            </a:lvl8pPr>
            <a:lvl9pPr>
              <a:defRPr sz="21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0060" y="1506856"/>
            <a:ext cx="2961308" cy="4925616"/>
          </a:xfrm>
        </p:spPr>
        <p:txBody>
          <a:bodyPr/>
          <a:lstStyle>
            <a:lvl1pPr marL="0" indent="0">
              <a:buNone/>
              <a:defRPr sz="1400"/>
            </a:lvl1pPr>
            <a:lvl2pPr marL="462818" indent="0">
              <a:buNone/>
              <a:defRPr sz="1200"/>
            </a:lvl2pPr>
            <a:lvl3pPr marL="925636" indent="0">
              <a:buNone/>
              <a:defRPr sz="1000"/>
            </a:lvl3pPr>
            <a:lvl4pPr marL="1388455" indent="0">
              <a:buNone/>
              <a:defRPr sz="900"/>
            </a:lvl4pPr>
            <a:lvl5pPr marL="1851270" indent="0">
              <a:buNone/>
              <a:defRPr sz="900"/>
            </a:lvl5pPr>
            <a:lvl6pPr marL="2314088" indent="0">
              <a:buNone/>
              <a:defRPr sz="900"/>
            </a:lvl6pPr>
            <a:lvl7pPr marL="2776907" indent="0">
              <a:buNone/>
              <a:defRPr sz="900"/>
            </a:lvl7pPr>
            <a:lvl8pPr marL="3239725" indent="0">
              <a:buNone/>
              <a:defRPr sz="900"/>
            </a:lvl8pPr>
            <a:lvl9pPr marL="3702543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9EAE56-2FD2-40C4-A87F-CB788295D857}" type="datetimeFigureOut">
              <a:rPr lang="en-GB" smtClean="0"/>
              <a:t>04/03/2011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9F663D-6C26-419E-86CA-141B621BF5EB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0024096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64284" y="5040632"/>
            <a:ext cx="5400675" cy="595075"/>
          </a:xfrm>
        </p:spPr>
        <p:txBody>
          <a:bodyPr anchor="b"/>
          <a:lstStyle>
            <a:lvl1pPr algn="l">
              <a:defRPr sz="2100" b="1"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64284" y="643414"/>
            <a:ext cx="5400675" cy="4320540"/>
          </a:xfrm>
        </p:spPr>
        <p:txBody>
          <a:bodyPr/>
          <a:lstStyle>
            <a:lvl1pPr marL="0" indent="0">
              <a:buNone/>
              <a:defRPr sz="3300"/>
            </a:lvl1pPr>
            <a:lvl2pPr marL="462818" indent="0">
              <a:buNone/>
              <a:defRPr sz="2900"/>
            </a:lvl2pPr>
            <a:lvl3pPr marL="925636" indent="0">
              <a:buNone/>
              <a:defRPr sz="2500"/>
            </a:lvl3pPr>
            <a:lvl4pPr marL="1388455" indent="0">
              <a:buNone/>
              <a:defRPr sz="2100"/>
            </a:lvl4pPr>
            <a:lvl5pPr marL="1851270" indent="0">
              <a:buNone/>
              <a:defRPr sz="2100"/>
            </a:lvl5pPr>
            <a:lvl6pPr marL="2314088" indent="0">
              <a:buNone/>
              <a:defRPr sz="2100"/>
            </a:lvl6pPr>
            <a:lvl7pPr marL="2776907" indent="0">
              <a:buNone/>
              <a:defRPr sz="2100"/>
            </a:lvl7pPr>
            <a:lvl8pPr marL="3239725" indent="0">
              <a:buNone/>
              <a:defRPr sz="2100"/>
            </a:lvl8pPr>
            <a:lvl9pPr marL="3702543" indent="0">
              <a:buNone/>
              <a:defRPr sz="2100"/>
            </a:lvl9pPr>
          </a:lstStyle>
          <a:p>
            <a:endParaRPr lang="en-GB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64284" y="5635707"/>
            <a:ext cx="5400675" cy="845105"/>
          </a:xfrm>
        </p:spPr>
        <p:txBody>
          <a:bodyPr/>
          <a:lstStyle>
            <a:lvl1pPr marL="0" indent="0">
              <a:buNone/>
              <a:defRPr sz="1400"/>
            </a:lvl1pPr>
            <a:lvl2pPr marL="462818" indent="0">
              <a:buNone/>
              <a:defRPr sz="1200"/>
            </a:lvl2pPr>
            <a:lvl3pPr marL="925636" indent="0">
              <a:buNone/>
              <a:defRPr sz="1000"/>
            </a:lvl3pPr>
            <a:lvl4pPr marL="1388455" indent="0">
              <a:buNone/>
              <a:defRPr sz="900"/>
            </a:lvl4pPr>
            <a:lvl5pPr marL="1851270" indent="0">
              <a:buNone/>
              <a:defRPr sz="900"/>
            </a:lvl5pPr>
            <a:lvl6pPr marL="2314088" indent="0">
              <a:buNone/>
              <a:defRPr sz="900"/>
            </a:lvl6pPr>
            <a:lvl7pPr marL="2776907" indent="0">
              <a:buNone/>
              <a:defRPr sz="900"/>
            </a:lvl7pPr>
            <a:lvl8pPr marL="3239725" indent="0">
              <a:buNone/>
              <a:defRPr sz="900"/>
            </a:lvl8pPr>
            <a:lvl9pPr marL="3702543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9EAE56-2FD2-40C4-A87F-CB788295D857}" type="datetimeFigureOut">
              <a:rPr lang="en-GB" smtClean="0"/>
              <a:t>04/03/2011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9F663D-6C26-419E-86CA-141B621BF5EB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6134118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9EAE56-2FD2-40C4-A87F-CB788295D857}" type="datetimeFigureOut">
              <a:rPr lang="en-GB" smtClean="0"/>
              <a:t>04/03/2011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9F663D-6C26-419E-86CA-141B621BF5EB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21033026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25817" y="288374"/>
            <a:ext cx="2025253" cy="6144102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0058" y="288374"/>
            <a:ext cx="5925741" cy="6144102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9EAE56-2FD2-40C4-A87F-CB788295D857}" type="datetimeFigureOut">
              <a:rPr lang="en-GB" smtClean="0"/>
              <a:t>04/03/2011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9F663D-6C26-419E-86CA-141B621BF5EB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2550401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0058" y="288370"/>
            <a:ext cx="8101013" cy="1200150"/>
          </a:xfrm>
          <a:prstGeom prst="rect">
            <a:avLst/>
          </a:prstGeom>
        </p:spPr>
        <p:txBody>
          <a:bodyPr vert="horz" lIns="92564" tIns="46283" rIns="92564" bIns="46283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0058" y="1680213"/>
            <a:ext cx="8101013" cy="4752261"/>
          </a:xfrm>
          <a:prstGeom prst="rect">
            <a:avLst/>
          </a:prstGeom>
        </p:spPr>
        <p:txBody>
          <a:bodyPr vert="horz" lIns="92564" tIns="46283" rIns="92564" bIns="46283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0058" y="6674171"/>
            <a:ext cx="2100263" cy="383382"/>
          </a:xfrm>
          <a:prstGeom prst="rect">
            <a:avLst/>
          </a:prstGeom>
        </p:spPr>
        <p:txBody>
          <a:bodyPr vert="horz" lIns="92564" tIns="46283" rIns="92564" bIns="46283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69EAE56-2FD2-40C4-A87F-CB788295D857}" type="datetimeFigureOut">
              <a:rPr lang="en-GB" smtClean="0"/>
              <a:t>04/03/2011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75386" y="6674171"/>
            <a:ext cx="2850357" cy="383382"/>
          </a:xfrm>
          <a:prstGeom prst="rect">
            <a:avLst/>
          </a:prstGeom>
        </p:spPr>
        <p:txBody>
          <a:bodyPr vert="horz" lIns="92564" tIns="46283" rIns="92564" bIns="46283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0808" y="6674171"/>
            <a:ext cx="2100263" cy="383382"/>
          </a:xfrm>
          <a:prstGeom prst="rect">
            <a:avLst/>
          </a:prstGeom>
        </p:spPr>
        <p:txBody>
          <a:bodyPr vert="horz" lIns="92564" tIns="46283" rIns="92564" bIns="46283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C9F663D-6C26-419E-86CA-141B621BF5EB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8235046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25636" rtl="0" eaLnBrk="1" latinLnBrk="0" hangingPunct="1">
        <a:spcBef>
          <a:spcPct val="0"/>
        </a:spcBef>
        <a:buNone/>
        <a:defRPr sz="45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7114" indent="-347114" algn="l" defTabSz="925636" rtl="0" eaLnBrk="1" latinLnBrk="0" hangingPunct="1">
        <a:spcBef>
          <a:spcPct val="20000"/>
        </a:spcBef>
        <a:buFont typeface="Arial" pitchFamily="34" charset="0"/>
        <a:buChar char="•"/>
        <a:defRPr sz="3300" kern="1200">
          <a:solidFill>
            <a:schemeClr val="tx1"/>
          </a:solidFill>
          <a:latin typeface="+mn-lt"/>
          <a:ea typeface="+mn-ea"/>
          <a:cs typeface="+mn-cs"/>
        </a:defRPr>
      </a:lvl1pPr>
      <a:lvl2pPr marL="752079" indent="-289260" algn="l" defTabSz="925636" rtl="0" eaLnBrk="1" latinLnBrk="0" hangingPunct="1">
        <a:spcBef>
          <a:spcPct val="20000"/>
        </a:spcBef>
        <a:buFont typeface="Arial" pitchFamily="34" charset="0"/>
        <a:buChar char="–"/>
        <a:defRPr sz="2900" kern="1200">
          <a:solidFill>
            <a:schemeClr val="tx1"/>
          </a:solidFill>
          <a:latin typeface="+mn-lt"/>
          <a:ea typeface="+mn-ea"/>
          <a:cs typeface="+mn-cs"/>
        </a:defRPr>
      </a:lvl2pPr>
      <a:lvl3pPr marL="1157045" indent="-231408" algn="l" defTabSz="925636" rtl="0" eaLnBrk="1" latinLnBrk="0" hangingPunct="1">
        <a:spcBef>
          <a:spcPct val="20000"/>
        </a:spcBef>
        <a:buFont typeface="Arial" pitchFamily="34" charset="0"/>
        <a:buChar char="•"/>
        <a:defRPr sz="2500" kern="1200">
          <a:solidFill>
            <a:schemeClr val="tx1"/>
          </a:solidFill>
          <a:latin typeface="+mn-lt"/>
          <a:ea typeface="+mn-ea"/>
          <a:cs typeface="+mn-cs"/>
        </a:defRPr>
      </a:lvl3pPr>
      <a:lvl4pPr marL="1619863" indent="-231408" algn="l" defTabSz="925636" rtl="0" eaLnBrk="1" latinLnBrk="0" hangingPunct="1">
        <a:spcBef>
          <a:spcPct val="20000"/>
        </a:spcBef>
        <a:buFont typeface="Arial" pitchFamily="34" charset="0"/>
        <a:buChar char="–"/>
        <a:defRPr sz="2100" kern="1200">
          <a:solidFill>
            <a:schemeClr val="tx1"/>
          </a:solidFill>
          <a:latin typeface="+mn-lt"/>
          <a:ea typeface="+mn-ea"/>
          <a:cs typeface="+mn-cs"/>
        </a:defRPr>
      </a:lvl4pPr>
      <a:lvl5pPr marL="2082680" indent="-231408" algn="l" defTabSz="925636" rtl="0" eaLnBrk="1" latinLnBrk="0" hangingPunct="1">
        <a:spcBef>
          <a:spcPct val="20000"/>
        </a:spcBef>
        <a:buFont typeface="Arial" pitchFamily="34" charset="0"/>
        <a:buChar char="»"/>
        <a:defRPr sz="2100" kern="1200">
          <a:solidFill>
            <a:schemeClr val="tx1"/>
          </a:solidFill>
          <a:latin typeface="+mn-lt"/>
          <a:ea typeface="+mn-ea"/>
          <a:cs typeface="+mn-cs"/>
        </a:defRPr>
      </a:lvl5pPr>
      <a:lvl6pPr marL="2545499" indent="-231408" algn="l" defTabSz="925636" rtl="0" eaLnBrk="1" latinLnBrk="0" hangingPunct="1">
        <a:spcBef>
          <a:spcPct val="20000"/>
        </a:spcBef>
        <a:buFont typeface="Arial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6pPr>
      <a:lvl7pPr marL="3008317" indent="-231408" algn="l" defTabSz="925636" rtl="0" eaLnBrk="1" latinLnBrk="0" hangingPunct="1">
        <a:spcBef>
          <a:spcPct val="20000"/>
        </a:spcBef>
        <a:buFont typeface="Arial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7pPr>
      <a:lvl8pPr marL="3471134" indent="-231408" algn="l" defTabSz="925636" rtl="0" eaLnBrk="1" latinLnBrk="0" hangingPunct="1">
        <a:spcBef>
          <a:spcPct val="20000"/>
        </a:spcBef>
        <a:buFont typeface="Arial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8pPr>
      <a:lvl9pPr marL="3933951" indent="-231408" algn="l" defTabSz="925636" rtl="0" eaLnBrk="1" latinLnBrk="0" hangingPunct="1">
        <a:spcBef>
          <a:spcPct val="20000"/>
        </a:spcBef>
        <a:buFont typeface="Arial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25636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62818" algn="l" defTabSz="925636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25636" algn="l" defTabSz="925636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88455" algn="l" defTabSz="925636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51270" algn="l" defTabSz="925636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314088" algn="l" defTabSz="925636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76907" algn="l" defTabSz="925636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39725" algn="l" defTabSz="925636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702543" algn="l" defTabSz="925636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22" name="Group 221"/>
          <p:cNvGrpSpPr/>
          <p:nvPr/>
        </p:nvGrpSpPr>
        <p:grpSpPr>
          <a:xfrm>
            <a:off x="176707" y="653554"/>
            <a:ext cx="8824418" cy="5198413"/>
            <a:chOff x="179512" y="622430"/>
            <a:chExt cx="8964488" cy="4950869"/>
          </a:xfrm>
        </p:grpSpPr>
        <p:sp>
          <p:nvSpPr>
            <p:cNvPr id="45" name="Rectangle 44"/>
            <p:cNvSpPr/>
            <p:nvPr/>
          </p:nvSpPr>
          <p:spPr>
            <a:xfrm>
              <a:off x="1403648" y="1484785"/>
              <a:ext cx="1368152" cy="2181233"/>
            </a:xfrm>
            <a:prstGeom prst="rect">
              <a:avLst/>
            </a:prstGeom>
            <a:ln>
              <a:solidFill>
                <a:schemeClr val="bg1">
                  <a:lumMod val="50000"/>
                </a:schemeClr>
              </a:solidFill>
              <a:prstDash val="lgDash"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lIns="91431" tIns="45715" rIns="91431" bIns="45715" spcCol="0" rtlCol="0" anchor="ctr"/>
            <a:lstStyle/>
            <a:p>
              <a:pPr algn="ctr"/>
              <a:endParaRPr lang="en-GB"/>
            </a:p>
          </p:txBody>
        </p:sp>
        <p:sp>
          <p:nvSpPr>
            <p:cNvPr id="4" name="Rectangle 3"/>
            <p:cNvSpPr/>
            <p:nvPr/>
          </p:nvSpPr>
          <p:spPr>
            <a:xfrm>
              <a:off x="5311302" y="1612859"/>
              <a:ext cx="2861078" cy="3960440"/>
            </a:xfrm>
            <a:prstGeom prst="rect">
              <a:avLst/>
            </a:prstGeom>
            <a:ln w="57150"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lIns="91431" tIns="45715" rIns="91431" bIns="45715" rtlCol="0" anchor="ctr"/>
            <a:lstStyle/>
            <a:p>
              <a:pPr algn="ctr"/>
              <a:endParaRPr lang="en-GB"/>
            </a:p>
          </p:txBody>
        </p:sp>
        <p:sp>
          <p:nvSpPr>
            <p:cNvPr id="11" name="Rectangle 10"/>
            <p:cNvSpPr/>
            <p:nvPr/>
          </p:nvSpPr>
          <p:spPr>
            <a:xfrm>
              <a:off x="5760132" y="4545124"/>
              <a:ext cx="936104" cy="540060"/>
            </a:xfrm>
            <a:prstGeom prst="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lIns="91431" tIns="45715" rIns="91431" bIns="45715" rtlCol="0" anchor="ctr"/>
            <a:lstStyle/>
            <a:p>
              <a:pPr algn="ctr"/>
              <a:r>
                <a:rPr lang="en-GB" dirty="0" smtClean="0"/>
                <a:t>Cross over</a:t>
              </a:r>
              <a:endParaRPr lang="en-GB" dirty="0"/>
            </a:p>
          </p:txBody>
        </p:sp>
        <p:grpSp>
          <p:nvGrpSpPr>
            <p:cNvPr id="23" name="Group 22"/>
            <p:cNvGrpSpPr/>
            <p:nvPr/>
          </p:nvGrpSpPr>
          <p:grpSpPr>
            <a:xfrm>
              <a:off x="7731894" y="4268402"/>
              <a:ext cx="432070" cy="1080120"/>
              <a:chOff x="7020272" y="4329100"/>
              <a:chExt cx="432070" cy="1080120"/>
            </a:xfrm>
          </p:grpSpPr>
          <p:sp>
            <p:nvSpPr>
              <p:cNvPr id="12" name="Rectangle 11"/>
              <p:cNvSpPr/>
              <p:nvPr/>
            </p:nvSpPr>
            <p:spPr>
              <a:xfrm>
                <a:off x="7020272" y="4545124"/>
                <a:ext cx="216024" cy="684076"/>
              </a:xfrm>
              <a:prstGeom prst="rect">
                <a:avLst/>
              </a:prstGeom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  <p:cxnSp>
            <p:nvCxnSpPr>
              <p:cNvPr id="14" name="Straight Connector 13"/>
              <p:cNvCxnSpPr/>
              <p:nvPr/>
            </p:nvCxnSpPr>
            <p:spPr>
              <a:xfrm flipV="1">
                <a:off x="7236296" y="4329100"/>
                <a:ext cx="216046" cy="216024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6" name="Straight Connector 15"/>
              <p:cNvCxnSpPr/>
              <p:nvPr/>
            </p:nvCxnSpPr>
            <p:spPr>
              <a:xfrm>
                <a:off x="7236296" y="5229200"/>
                <a:ext cx="216046" cy="180020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</p:grpSp>
        <p:cxnSp>
          <p:nvCxnSpPr>
            <p:cNvPr id="21" name="Straight Connector 20"/>
            <p:cNvCxnSpPr/>
            <p:nvPr/>
          </p:nvCxnSpPr>
          <p:spPr>
            <a:xfrm flipH="1">
              <a:off x="4901953" y="4649612"/>
              <a:ext cx="864096" cy="0"/>
            </a:xfrm>
            <a:prstGeom prst="line">
              <a:avLst/>
            </a:prstGeom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grpSp>
          <p:nvGrpSpPr>
            <p:cNvPr id="33" name="Group 32"/>
            <p:cNvGrpSpPr/>
            <p:nvPr/>
          </p:nvGrpSpPr>
          <p:grpSpPr>
            <a:xfrm>
              <a:off x="5510846" y="5258513"/>
              <a:ext cx="216024" cy="82775"/>
              <a:chOff x="4572000" y="3429000"/>
              <a:chExt cx="216024" cy="82775"/>
            </a:xfrm>
          </p:grpSpPr>
          <p:cxnSp>
            <p:nvCxnSpPr>
              <p:cNvPr id="25" name="Straight Connector 24"/>
              <p:cNvCxnSpPr/>
              <p:nvPr/>
            </p:nvCxnSpPr>
            <p:spPr>
              <a:xfrm>
                <a:off x="4572000" y="3429000"/>
                <a:ext cx="216024" cy="0"/>
              </a:xfrm>
              <a:prstGeom prst="line">
                <a:avLst/>
              </a:prstGeom>
              <a:ln w="28575"/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27" name="Straight Connector 26"/>
              <p:cNvCxnSpPr/>
              <p:nvPr/>
            </p:nvCxnSpPr>
            <p:spPr>
              <a:xfrm>
                <a:off x="4605683" y="3471696"/>
                <a:ext cx="148657" cy="0"/>
              </a:xfrm>
              <a:prstGeom prst="line">
                <a:avLst/>
              </a:prstGeom>
              <a:ln w="28575"/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30" name="Straight Connector 29"/>
              <p:cNvCxnSpPr/>
              <p:nvPr/>
            </p:nvCxnSpPr>
            <p:spPr>
              <a:xfrm>
                <a:off x="4654364" y="3511775"/>
                <a:ext cx="52135" cy="0"/>
              </a:xfrm>
              <a:prstGeom prst="line">
                <a:avLst/>
              </a:prstGeom>
              <a:ln w="28575"/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</p:grpSp>
        <p:sp>
          <p:nvSpPr>
            <p:cNvPr id="40" name="Freeform 39"/>
            <p:cNvSpPr/>
            <p:nvPr/>
          </p:nvSpPr>
          <p:spPr>
            <a:xfrm>
              <a:off x="5615940" y="4968240"/>
              <a:ext cx="144780" cy="289560"/>
            </a:xfrm>
            <a:custGeom>
              <a:avLst/>
              <a:gdLst>
                <a:gd name="connsiteX0" fmla="*/ 144780 w 144780"/>
                <a:gd name="connsiteY0" fmla="*/ 0 h 289560"/>
                <a:gd name="connsiteX1" fmla="*/ 0 w 144780"/>
                <a:gd name="connsiteY1" fmla="*/ 0 h 289560"/>
                <a:gd name="connsiteX2" fmla="*/ 0 w 144780"/>
                <a:gd name="connsiteY2" fmla="*/ 289560 h 2895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44780" h="289560">
                  <a:moveTo>
                    <a:pt x="144780" y="0"/>
                  </a:moveTo>
                  <a:lnTo>
                    <a:pt x="0" y="0"/>
                  </a:lnTo>
                  <a:lnTo>
                    <a:pt x="0" y="289560"/>
                  </a:lnTo>
                </a:path>
              </a:pathLst>
            </a:custGeom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  <p:txBody>
            <a:bodyPr lIns="91431" tIns="45715" rIns="91431" bIns="45715" rtlCol="0" anchor="ctr"/>
            <a:lstStyle/>
            <a:p>
              <a:pPr algn="ctr"/>
              <a:endParaRPr lang="en-GB"/>
            </a:p>
          </p:txBody>
        </p:sp>
        <p:sp>
          <p:nvSpPr>
            <p:cNvPr id="43" name="Freeform 42"/>
            <p:cNvSpPr/>
            <p:nvPr/>
          </p:nvSpPr>
          <p:spPr>
            <a:xfrm>
              <a:off x="5321808" y="4197096"/>
              <a:ext cx="688848" cy="344424"/>
            </a:xfrm>
            <a:custGeom>
              <a:avLst/>
              <a:gdLst>
                <a:gd name="connsiteX0" fmla="*/ 688848 w 688848"/>
                <a:gd name="connsiteY0" fmla="*/ 688848 h 688848"/>
                <a:gd name="connsiteX1" fmla="*/ 688848 w 688848"/>
                <a:gd name="connsiteY1" fmla="*/ 0 h 688848"/>
                <a:gd name="connsiteX2" fmla="*/ 0 w 688848"/>
                <a:gd name="connsiteY2" fmla="*/ 0 h 6888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688848" h="688848">
                  <a:moveTo>
                    <a:pt x="688848" y="688848"/>
                  </a:moveTo>
                  <a:lnTo>
                    <a:pt x="688848" y="0"/>
                  </a:lnTo>
                  <a:lnTo>
                    <a:pt x="0" y="0"/>
                  </a:lnTo>
                </a:path>
              </a:pathLst>
            </a:cu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  <p:txBody>
            <a:bodyPr lIns="91431" tIns="45715" rIns="91431" bIns="45715" rtlCol="0" anchor="ctr"/>
            <a:lstStyle/>
            <a:p>
              <a:pPr algn="ctr"/>
              <a:endParaRPr lang="en-GB"/>
            </a:p>
          </p:txBody>
        </p:sp>
        <p:sp>
          <p:nvSpPr>
            <p:cNvPr id="44" name="Freeform 43"/>
            <p:cNvSpPr/>
            <p:nvPr/>
          </p:nvSpPr>
          <p:spPr>
            <a:xfrm>
              <a:off x="5334000" y="3959352"/>
              <a:ext cx="1152144" cy="588264"/>
            </a:xfrm>
            <a:custGeom>
              <a:avLst/>
              <a:gdLst>
                <a:gd name="connsiteX0" fmla="*/ 1152144 w 1152144"/>
                <a:gd name="connsiteY0" fmla="*/ 1176528 h 1176528"/>
                <a:gd name="connsiteX1" fmla="*/ 1152144 w 1152144"/>
                <a:gd name="connsiteY1" fmla="*/ 0 h 1176528"/>
                <a:gd name="connsiteX2" fmla="*/ 0 w 1152144"/>
                <a:gd name="connsiteY2" fmla="*/ 0 h 11765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152144" h="1176528">
                  <a:moveTo>
                    <a:pt x="1152144" y="1176528"/>
                  </a:moveTo>
                  <a:lnTo>
                    <a:pt x="1152144" y="0"/>
                  </a:lnTo>
                  <a:lnTo>
                    <a:pt x="0" y="0"/>
                  </a:lnTo>
                </a:path>
              </a:pathLst>
            </a:custGeom>
          </p:spPr>
          <p:style>
            <a:lnRef idx="2">
              <a:schemeClr val="accent2"/>
            </a:lnRef>
            <a:fillRef idx="0">
              <a:schemeClr val="accent2"/>
            </a:fillRef>
            <a:effectRef idx="1">
              <a:schemeClr val="accent2"/>
            </a:effectRef>
            <a:fontRef idx="minor">
              <a:schemeClr val="tx1"/>
            </a:fontRef>
          </p:style>
          <p:txBody>
            <a:bodyPr lIns="91431" tIns="45715" rIns="91431" bIns="45715" rtlCol="0" anchor="ctr"/>
            <a:lstStyle/>
            <a:p>
              <a:pPr algn="ctr"/>
              <a:endParaRPr lang="en-GB"/>
            </a:p>
          </p:txBody>
        </p:sp>
        <p:grpSp>
          <p:nvGrpSpPr>
            <p:cNvPr id="52" name="Group 51"/>
            <p:cNvGrpSpPr/>
            <p:nvPr/>
          </p:nvGrpSpPr>
          <p:grpSpPr>
            <a:xfrm>
              <a:off x="5112061" y="4618465"/>
              <a:ext cx="144016" cy="64960"/>
              <a:chOff x="4427984" y="3400044"/>
              <a:chExt cx="144016" cy="64960"/>
            </a:xfrm>
          </p:grpSpPr>
          <p:cxnSp>
            <p:nvCxnSpPr>
              <p:cNvPr id="46" name="Straight Connector 45"/>
              <p:cNvCxnSpPr/>
              <p:nvPr/>
            </p:nvCxnSpPr>
            <p:spPr>
              <a:xfrm>
                <a:off x="4427984" y="3400044"/>
                <a:ext cx="144016" cy="28956"/>
              </a:xfrm>
              <a:prstGeom prst="line">
                <a:avLst/>
              </a:prstGeom>
              <a:ln w="28575"/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47" name="Straight Connector 46"/>
              <p:cNvCxnSpPr/>
              <p:nvPr/>
            </p:nvCxnSpPr>
            <p:spPr>
              <a:xfrm flipV="1">
                <a:off x="4427984" y="3429000"/>
                <a:ext cx="144015" cy="36004"/>
              </a:xfrm>
              <a:prstGeom prst="line">
                <a:avLst/>
              </a:prstGeom>
              <a:ln w="28575"/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</p:grpSp>
        <p:sp>
          <p:nvSpPr>
            <p:cNvPr id="53" name="Isosceles Triangle 52"/>
            <p:cNvSpPr/>
            <p:nvPr/>
          </p:nvSpPr>
          <p:spPr>
            <a:xfrm rot="5400000">
              <a:off x="1781690" y="2459352"/>
              <a:ext cx="756084" cy="972108"/>
            </a:xfrm>
            <a:prstGeom prst="triangle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vert="vert270" lIns="91431" tIns="45715" rIns="91431" bIns="45715" rtlCol="0" anchor="ctr"/>
            <a:lstStyle/>
            <a:p>
              <a:pPr algn="ctr"/>
              <a:r>
                <a:rPr lang="en-GB" sz="2900" b="1" dirty="0"/>
                <a:t>L</a:t>
              </a:r>
            </a:p>
          </p:txBody>
        </p:sp>
        <p:sp>
          <p:nvSpPr>
            <p:cNvPr id="55" name="Isosceles Triangle 54"/>
            <p:cNvSpPr/>
            <p:nvPr/>
          </p:nvSpPr>
          <p:spPr>
            <a:xfrm rot="5400000">
              <a:off x="1781690" y="1488992"/>
              <a:ext cx="756084" cy="972108"/>
            </a:xfrm>
            <a:prstGeom prst="triangle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vert="vert270" lIns="91431" tIns="45715" rIns="91431" bIns="45715" rtlCol="0" anchor="ctr"/>
            <a:lstStyle/>
            <a:p>
              <a:pPr algn="ctr"/>
              <a:r>
                <a:rPr lang="en-GB" sz="2900" b="1" dirty="0"/>
                <a:t>R</a:t>
              </a:r>
            </a:p>
          </p:txBody>
        </p:sp>
        <p:grpSp>
          <p:nvGrpSpPr>
            <p:cNvPr id="56" name="Group 55"/>
            <p:cNvGrpSpPr/>
            <p:nvPr/>
          </p:nvGrpSpPr>
          <p:grpSpPr>
            <a:xfrm>
              <a:off x="8010348" y="1925833"/>
              <a:ext cx="162032" cy="558062"/>
              <a:chOff x="7020272" y="4329100"/>
              <a:chExt cx="432070" cy="1080120"/>
            </a:xfrm>
          </p:grpSpPr>
          <p:sp>
            <p:nvSpPr>
              <p:cNvPr id="57" name="Rectangle 56"/>
              <p:cNvSpPr/>
              <p:nvPr/>
            </p:nvSpPr>
            <p:spPr>
              <a:xfrm>
                <a:off x="7020272" y="4545124"/>
                <a:ext cx="216024" cy="684076"/>
              </a:xfrm>
              <a:prstGeom prst="rect">
                <a:avLst/>
              </a:prstGeom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  <p:cxnSp>
            <p:nvCxnSpPr>
              <p:cNvPr id="58" name="Straight Connector 57"/>
              <p:cNvCxnSpPr/>
              <p:nvPr/>
            </p:nvCxnSpPr>
            <p:spPr>
              <a:xfrm flipV="1">
                <a:off x="7236296" y="4329100"/>
                <a:ext cx="216046" cy="216024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59" name="Straight Connector 58"/>
              <p:cNvCxnSpPr/>
              <p:nvPr/>
            </p:nvCxnSpPr>
            <p:spPr>
              <a:xfrm>
                <a:off x="7236296" y="5229200"/>
                <a:ext cx="216046" cy="180020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</p:grpSp>
        <p:grpSp>
          <p:nvGrpSpPr>
            <p:cNvPr id="60" name="Group 59"/>
            <p:cNvGrpSpPr/>
            <p:nvPr/>
          </p:nvGrpSpPr>
          <p:grpSpPr>
            <a:xfrm>
              <a:off x="7790414" y="2506256"/>
              <a:ext cx="216024" cy="86530"/>
              <a:chOff x="4572000" y="3429000"/>
              <a:chExt cx="216024" cy="86530"/>
            </a:xfrm>
          </p:grpSpPr>
          <p:cxnSp>
            <p:nvCxnSpPr>
              <p:cNvPr id="61" name="Straight Connector 60"/>
              <p:cNvCxnSpPr/>
              <p:nvPr/>
            </p:nvCxnSpPr>
            <p:spPr>
              <a:xfrm>
                <a:off x="4572000" y="3429000"/>
                <a:ext cx="216024" cy="0"/>
              </a:xfrm>
              <a:prstGeom prst="line">
                <a:avLst/>
              </a:prstGeom>
              <a:ln w="28575"/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62" name="Straight Connector 61"/>
              <p:cNvCxnSpPr/>
              <p:nvPr/>
            </p:nvCxnSpPr>
            <p:spPr>
              <a:xfrm>
                <a:off x="4605683" y="3471696"/>
                <a:ext cx="148657" cy="0"/>
              </a:xfrm>
              <a:prstGeom prst="line">
                <a:avLst/>
              </a:prstGeom>
              <a:ln w="28575"/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63" name="Straight Connector 62"/>
              <p:cNvCxnSpPr/>
              <p:nvPr/>
            </p:nvCxnSpPr>
            <p:spPr>
              <a:xfrm>
                <a:off x="4663881" y="3515530"/>
                <a:ext cx="52135" cy="0"/>
              </a:xfrm>
              <a:prstGeom prst="line">
                <a:avLst/>
              </a:prstGeom>
              <a:ln w="28575"/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</p:grpSp>
        <p:grpSp>
          <p:nvGrpSpPr>
            <p:cNvPr id="64" name="Group 63"/>
            <p:cNvGrpSpPr/>
            <p:nvPr/>
          </p:nvGrpSpPr>
          <p:grpSpPr>
            <a:xfrm>
              <a:off x="7452320" y="5339770"/>
              <a:ext cx="216024" cy="86530"/>
              <a:chOff x="4572000" y="3429000"/>
              <a:chExt cx="216024" cy="86530"/>
            </a:xfrm>
          </p:grpSpPr>
          <p:cxnSp>
            <p:nvCxnSpPr>
              <p:cNvPr id="65" name="Straight Connector 64"/>
              <p:cNvCxnSpPr/>
              <p:nvPr/>
            </p:nvCxnSpPr>
            <p:spPr>
              <a:xfrm>
                <a:off x="4572000" y="3429000"/>
                <a:ext cx="216024" cy="0"/>
              </a:xfrm>
              <a:prstGeom prst="line">
                <a:avLst/>
              </a:prstGeom>
              <a:ln w="28575"/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66" name="Straight Connector 65"/>
              <p:cNvCxnSpPr/>
              <p:nvPr/>
            </p:nvCxnSpPr>
            <p:spPr>
              <a:xfrm>
                <a:off x="4605683" y="3471696"/>
                <a:ext cx="148657" cy="0"/>
              </a:xfrm>
              <a:prstGeom prst="line">
                <a:avLst/>
              </a:prstGeom>
              <a:ln w="28575"/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67" name="Straight Connector 66"/>
              <p:cNvCxnSpPr/>
              <p:nvPr/>
            </p:nvCxnSpPr>
            <p:spPr>
              <a:xfrm>
                <a:off x="4663881" y="3515530"/>
                <a:ext cx="52135" cy="0"/>
              </a:xfrm>
              <a:prstGeom prst="line">
                <a:avLst/>
              </a:prstGeom>
              <a:ln w="28575"/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</p:grpSp>
        <p:sp>
          <p:nvSpPr>
            <p:cNvPr id="69" name="Freeform 68"/>
            <p:cNvSpPr/>
            <p:nvPr/>
          </p:nvSpPr>
          <p:spPr>
            <a:xfrm>
              <a:off x="7900416" y="2298192"/>
              <a:ext cx="109728" cy="219456"/>
            </a:xfrm>
            <a:custGeom>
              <a:avLst/>
              <a:gdLst>
                <a:gd name="connsiteX0" fmla="*/ 109728 w 109728"/>
                <a:gd name="connsiteY0" fmla="*/ 0 h 219456"/>
                <a:gd name="connsiteX1" fmla="*/ 0 w 109728"/>
                <a:gd name="connsiteY1" fmla="*/ 0 h 219456"/>
                <a:gd name="connsiteX2" fmla="*/ 0 w 109728"/>
                <a:gd name="connsiteY2" fmla="*/ 219456 h 2194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09728" h="219456">
                  <a:moveTo>
                    <a:pt x="109728" y="0"/>
                  </a:moveTo>
                  <a:lnTo>
                    <a:pt x="0" y="0"/>
                  </a:lnTo>
                  <a:lnTo>
                    <a:pt x="0" y="219456"/>
                  </a:lnTo>
                </a:path>
              </a:pathLst>
            </a:custGeom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  <p:txBody>
            <a:bodyPr lIns="91431" tIns="45715" rIns="91431" bIns="45715" rtlCol="0" anchor="ctr"/>
            <a:lstStyle/>
            <a:p>
              <a:pPr algn="ctr"/>
              <a:endParaRPr lang="en-GB"/>
            </a:p>
          </p:txBody>
        </p:sp>
        <p:sp>
          <p:nvSpPr>
            <p:cNvPr id="70" name="Freeform 69"/>
            <p:cNvSpPr/>
            <p:nvPr/>
          </p:nvSpPr>
          <p:spPr>
            <a:xfrm>
              <a:off x="7565136" y="5053584"/>
              <a:ext cx="152400" cy="274320"/>
            </a:xfrm>
            <a:custGeom>
              <a:avLst/>
              <a:gdLst>
                <a:gd name="connsiteX0" fmla="*/ 152400 w 152400"/>
                <a:gd name="connsiteY0" fmla="*/ 0 h 274320"/>
                <a:gd name="connsiteX1" fmla="*/ 0 w 152400"/>
                <a:gd name="connsiteY1" fmla="*/ 0 h 274320"/>
                <a:gd name="connsiteX2" fmla="*/ 0 w 152400"/>
                <a:gd name="connsiteY2" fmla="*/ 274320 h 2743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52400" h="274320">
                  <a:moveTo>
                    <a:pt x="152400" y="0"/>
                  </a:moveTo>
                  <a:lnTo>
                    <a:pt x="0" y="0"/>
                  </a:lnTo>
                  <a:lnTo>
                    <a:pt x="0" y="274320"/>
                  </a:lnTo>
                </a:path>
              </a:pathLst>
            </a:custGeom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  <p:txBody>
            <a:bodyPr lIns="91431" tIns="45715" rIns="91431" bIns="45715" rtlCol="0" anchor="ctr"/>
            <a:lstStyle/>
            <a:p>
              <a:pPr algn="ctr"/>
              <a:endParaRPr lang="en-GB"/>
            </a:p>
          </p:txBody>
        </p:sp>
        <p:sp>
          <p:nvSpPr>
            <p:cNvPr id="71" name="Freeform 70"/>
            <p:cNvSpPr/>
            <p:nvPr/>
          </p:nvSpPr>
          <p:spPr>
            <a:xfrm>
              <a:off x="5327905" y="3038164"/>
              <a:ext cx="2401824" cy="1613084"/>
            </a:xfrm>
            <a:custGeom>
              <a:avLst/>
              <a:gdLst>
                <a:gd name="connsiteX0" fmla="*/ 2401824 w 2401824"/>
                <a:gd name="connsiteY0" fmla="*/ 1682496 h 1682496"/>
                <a:gd name="connsiteX1" fmla="*/ 1871472 w 2401824"/>
                <a:gd name="connsiteY1" fmla="*/ 1682496 h 1682496"/>
                <a:gd name="connsiteX2" fmla="*/ 1871472 w 2401824"/>
                <a:gd name="connsiteY2" fmla="*/ 0 h 1682496"/>
                <a:gd name="connsiteX3" fmla="*/ 0 w 2401824"/>
                <a:gd name="connsiteY3" fmla="*/ 0 h 16824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401824" h="1682496">
                  <a:moveTo>
                    <a:pt x="2401824" y="1682496"/>
                  </a:moveTo>
                  <a:lnTo>
                    <a:pt x="1871472" y="1682496"/>
                  </a:lnTo>
                  <a:lnTo>
                    <a:pt x="1871472" y="0"/>
                  </a:lnTo>
                  <a:lnTo>
                    <a:pt x="0" y="0"/>
                  </a:lnTo>
                </a:path>
              </a:pathLst>
            </a:custGeom>
          </p:spPr>
          <p:style>
            <a:lnRef idx="3">
              <a:schemeClr val="accent1"/>
            </a:lnRef>
            <a:fillRef idx="0">
              <a:schemeClr val="accent1"/>
            </a:fillRef>
            <a:effectRef idx="2">
              <a:schemeClr val="accent1"/>
            </a:effectRef>
            <a:fontRef idx="minor">
              <a:schemeClr val="tx1"/>
            </a:fontRef>
          </p:style>
          <p:txBody>
            <a:bodyPr lIns="91431" tIns="45715" rIns="91431" bIns="45715" rtlCol="0" anchor="ctr"/>
            <a:lstStyle/>
            <a:p>
              <a:pPr algn="ctr"/>
              <a:endParaRPr lang="en-GB"/>
            </a:p>
          </p:txBody>
        </p:sp>
        <p:sp>
          <p:nvSpPr>
            <p:cNvPr id="72" name="Freeform 71"/>
            <p:cNvSpPr/>
            <p:nvPr/>
          </p:nvSpPr>
          <p:spPr>
            <a:xfrm>
              <a:off x="5321808" y="2078736"/>
              <a:ext cx="2682240" cy="0"/>
            </a:xfrm>
            <a:custGeom>
              <a:avLst/>
              <a:gdLst>
                <a:gd name="connsiteX0" fmla="*/ 2682240 w 2682240"/>
                <a:gd name="connsiteY0" fmla="*/ 0 h 0"/>
                <a:gd name="connsiteX1" fmla="*/ 0 w 2682240"/>
                <a:gd name="connsiteY1" fmla="*/ 0 h 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2682240">
                  <a:moveTo>
                    <a:pt x="2682240" y="0"/>
                  </a:moveTo>
                  <a:lnTo>
                    <a:pt x="0" y="0"/>
                  </a:lnTo>
                </a:path>
              </a:pathLst>
            </a:custGeom>
          </p:spPr>
          <p:style>
            <a:lnRef idx="3">
              <a:schemeClr val="accent2"/>
            </a:lnRef>
            <a:fillRef idx="0">
              <a:schemeClr val="accent2"/>
            </a:fillRef>
            <a:effectRef idx="2">
              <a:schemeClr val="accent2"/>
            </a:effectRef>
            <a:fontRef idx="minor">
              <a:schemeClr val="tx1"/>
            </a:fontRef>
          </p:style>
          <p:txBody>
            <a:bodyPr lIns="91431" tIns="45715" rIns="91431" bIns="45715" rtlCol="0" anchor="ctr"/>
            <a:lstStyle/>
            <a:p>
              <a:pPr algn="ctr"/>
              <a:endParaRPr lang="en-GB"/>
            </a:p>
          </p:txBody>
        </p:sp>
        <p:cxnSp>
          <p:nvCxnSpPr>
            <p:cNvPr id="74" name="Straight Connector 73"/>
            <p:cNvCxnSpPr>
              <a:stCxn id="40" idx="1"/>
            </p:cNvCxnSpPr>
            <p:nvPr/>
          </p:nvCxnSpPr>
          <p:spPr>
            <a:xfrm flipH="1">
              <a:off x="179512" y="4968240"/>
              <a:ext cx="5436428" cy="0"/>
            </a:xfrm>
            <a:prstGeom prst="line">
              <a:avLst/>
            </a:prstGeom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sp>
          <p:nvSpPr>
            <p:cNvPr id="76" name="Oval 75"/>
            <p:cNvSpPr/>
            <p:nvPr/>
          </p:nvSpPr>
          <p:spPr>
            <a:xfrm>
              <a:off x="5593211" y="4945381"/>
              <a:ext cx="45719" cy="45719"/>
            </a:xfrm>
            <a:prstGeom prst="ellipse">
              <a:avLst/>
            </a:prstGeom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lIns="91431" tIns="45715" rIns="91431" bIns="45715" rtlCol="0" anchor="ctr"/>
            <a:lstStyle/>
            <a:p>
              <a:pPr algn="ctr"/>
              <a:endParaRPr lang="en-GB"/>
            </a:p>
          </p:txBody>
        </p:sp>
        <p:cxnSp>
          <p:nvCxnSpPr>
            <p:cNvPr id="87" name="Straight Connector 86"/>
            <p:cNvCxnSpPr>
              <a:stCxn id="55" idx="0"/>
              <a:endCxn id="81" idx="1"/>
            </p:cNvCxnSpPr>
            <p:nvPr/>
          </p:nvCxnSpPr>
          <p:spPr>
            <a:xfrm>
              <a:off x="2645786" y="1975047"/>
              <a:ext cx="1551874" cy="1"/>
            </a:xfrm>
            <a:prstGeom prst="line">
              <a:avLst/>
            </a:prstGeom>
          </p:spPr>
          <p:style>
            <a:lnRef idx="2">
              <a:schemeClr val="accent2"/>
            </a:lnRef>
            <a:fillRef idx="0">
              <a:schemeClr val="accent2"/>
            </a:fillRef>
            <a:effectRef idx="1">
              <a:schemeClr val="accent2"/>
            </a:effectRef>
            <a:fontRef idx="minor">
              <a:schemeClr val="tx1"/>
            </a:fontRef>
          </p:style>
        </p:cxnSp>
        <p:grpSp>
          <p:nvGrpSpPr>
            <p:cNvPr id="95" name="Group 94"/>
            <p:cNvGrpSpPr/>
            <p:nvPr/>
          </p:nvGrpSpPr>
          <p:grpSpPr>
            <a:xfrm>
              <a:off x="3743908" y="2162371"/>
              <a:ext cx="1567394" cy="1796981"/>
              <a:chOff x="4067944" y="3417935"/>
              <a:chExt cx="1243358" cy="541417"/>
            </a:xfrm>
          </p:grpSpPr>
          <p:cxnSp>
            <p:nvCxnSpPr>
              <p:cNvPr id="84" name="Straight Connector 83"/>
              <p:cNvCxnSpPr/>
              <p:nvPr/>
            </p:nvCxnSpPr>
            <p:spPr>
              <a:xfrm flipH="1">
                <a:off x="4067944" y="3959352"/>
                <a:ext cx="1243358" cy="0"/>
              </a:xfrm>
              <a:prstGeom prst="line">
                <a:avLst/>
              </a:prstGeom>
            </p:spPr>
            <p:style>
              <a:lnRef idx="2">
                <a:schemeClr val="accent2"/>
              </a:lnRef>
              <a:fillRef idx="0">
                <a:schemeClr val="accent2"/>
              </a:fillRef>
              <a:effectRef idx="1">
                <a:schemeClr val="accent2"/>
              </a:effectRef>
              <a:fontRef idx="minor">
                <a:schemeClr val="tx1"/>
              </a:fontRef>
            </p:style>
          </p:cxnSp>
          <p:cxnSp>
            <p:nvCxnSpPr>
              <p:cNvPr id="89" name="Straight Connector 88"/>
              <p:cNvCxnSpPr/>
              <p:nvPr/>
            </p:nvCxnSpPr>
            <p:spPr>
              <a:xfrm flipV="1">
                <a:off x="4067944" y="3417935"/>
                <a:ext cx="0" cy="541417"/>
              </a:xfrm>
              <a:prstGeom prst="line">
                <a:avLst/>
              </a:prstGeom>
            </p:spPr>
            <p:style>
              <a:lnRef idx="2">
                <a:schemeClr val="accent2"/>
              </a:lnRef>
              <a:fillRef idx="0">
                <a:schemeClr val="accent2"/>
              </a:fillRef>
              <a:effectRef idx="1">
                <a:schemeClr val="accent2"/>
              </a:effectRef>
              <a:fontRef idx="minor">
                <a:schemeClr val="tx1"/>
              </a:fontRef>
            </p:style>
          </p:cxnSp>
        </p:grpSp>
        <p:sp>
          <p:nvSpPr>
            <p:cNvPr id="94" name="Freeform 93"/>
            <p:cNvSpPr/>
            <p:nvPr/>
          </p:nvSpPr>
          <p:spPr>
            <a:xfrm>
              <a:off x="3975546" y="3133416"/>
              <a:ext cx="1343214" cy="1065205"/>
            </a:xfrm>
            <a:custGeom>
              <a:avLst/>
              <a:gdLst>
                <a:gd name="connsiteX0" fmla="*/ 662940 w 662940"/>
                <a:gd name="connsiteY0" fmla="*/ 784860 h 784860"/>
                <a:gd name="connsiteX1" fmla="*/ 99060 w 662940"/>
                <a:gd name="connsiteY1" fmla="*/ 784860 h 784860"/>
                <a:gd name="connsiteX2" fmla="*/ 0 w 662940"/>
                <a:gd name="connsiteY2" fmla="*/ 784860 h 784860"/>
                <a:gd name="connsiteX3" fmla="*/ 0 w 662940"/>
                <a:gd name="connsiteY3" fmla="*/ 0 h 7848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62940" h="784860">
                  <a:moveTo>
                    <a:pt x="662940" y="784860"/>
                  </a:moveTo>
                  <a:lnTo>
                    <a:pt x="99060" y="784860"/>
                  </a:lnTo>
                  <a:lnTo>
                    <a:pt x="0" y="784860"/>
                  </a:lnTo>
                  <a:lnTo>
                    <a:pt x="0" y="0"/>
                  </a:lnTo>
                </a:path>
              </a:pathLst>
            </a:cu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  <p:txBody>
            <a:bodyPr lIns="91431" tIns="45715" rIns="91431" bIns="45715" rtlCol="0" anchor="ctr"/>
            <a:lstStyle/>
            <a:p>
              <a:pPr algn="ctr"/>
              <a:endParaRPr lang="en-GB"/>
            </a:p>
          </p:txBody>
        </p:sp>
        <p:grpSp>
          <p:nvGrpSpPr>
            <p:cNvPr id="48" name="Group 316"/>
            <p:cNvGrpSpPr>
              <a:grpSpLocks/>
            </p:cNvGrpSpPr>
            <p:nvPr/>
          </p:nvGrpSpPr>
          <p:grpSpPr bwMode="auto">
            <a:xfrm>
              <a:off x="4197660" y="1925833"/>
              <a:ext cx="923925" cy="274638"/>
              <a:chOff x="570" y="2011"/>
              <a:chExt cx="582" cy="173"/>
            </a:xfrm>
          </p:grpSpPr>
          <p:sp>
            <p:nvSpPr>
              <p:cNvPr id="49" name="Line 314"/>
              <p:cNvSpPr>
                <a:spLocks noChangeShapeType="1"/>
              </p:cNvSpPr>
              <p:nvPr/>
            </p:nvSpPr>
            <p:spPr bwMode="auto">
              <a:xfrm flipH="1">
                <a:off x="979" y="2102"/>
                <a:ext cx="173" cy="0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GB"/>
              </a:p>
            </p:txBody>
          </p:sp>
          <p:grpSp>
            <p:nvGrpSpPr>
              <p:cNvPr id="50" name="Group 195"/>
              <p:cNvGrpSpPr>
                <a:grpSpLocks/>
              </p:cNvGrpSpPr>
              <p:nvPr/>
            </p:nvGrpSpPr>
            <p:grpSpPr bwMode="auto">
              <a:xfrm>
                <a:off x="570" y="2011"/>
                <a:ext cx="173" cy="58"/>
                <a:chOff x="427" y="1066"/>
                <a:chExt cx="173" cy="58"/>
              </a:xfrm>
            </p:grpSpPr>
            <p:sp>
              <p:nvSpPr>
                <p:cNvPr id="79" name="Oval 196"/>
                <p:cNvSpPr>
                  <a:spLocks noChangeArrowheads="1"/>
                </p:cNvSpPr>
                <p:nvPr/>
              </p:nvSpPr>
              <p:spPr bwMode="auto">
                <a:xfrm>
                  <a:off x="542" y="1066"/>
                  <a:ext cx="58" cy="58"/>
                </a:xfrm>
                <a:prstGeom prst="ellipse">
                  <a:avLst/>
                </a:prstGeom>
                <a:noFill/>
                <a:ln w="19050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GB"/>
                </a:p>
              </p:txBody>
            </p:sp>
            <p:sp>
              <p:nvSpPr>
                <p:cNvPr id="81" name="Line 197"/>
                <p:cNvSpPr>
                  <a:spLocks noChangeShapeType="1"/>
                </p:cNvSpPr>
                <p:nvPr/>
              </p:nvSpPr>
              <p:spPr bwMode="auto">
                <a:xfrm flipH="1">
                  <a:off x="427" y="1097"/>
                  <a:ext cx="115" cy="0"/>
                </a:xfrm>
                <a:prstGeom prst="line">
                  <a:avLst/>
                </a:prstGeom>
                <a:noFill/>
                <a:ln w="19050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GB"/>
                </a:p>
              </p:txBody>
            </p:sp>
          </p:grpSp>
          <p:sp>
            <p:nvSpPr>
              <p:cNvPr id="51" name="Line 198"/>
              <p:cNvSpPr>
                <a:spLocks noChangeShapeType="1"/>
              </p:cNvSpPr>
              <p:nvPr/>
            </p:nvSpPr>
            <p:spPr bwMode="auto">
              <a:xfrm flipH="1" flipV="1">
                <a:off x="716" y="2102"/>
                <a:ext cx="258" cy="0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 type="triangl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GB"/>
              </a:p>
            </p:txBody>
          </p:sp>
          <p:sp>
            <p:nvSpPr>
              <p:cNvPr id="54" name="Oval 199"/>
              <p:cNvSpPr>
                <a:spLocks noChangeArrowheads="1"/>
              </p:cNvSpPr>
              <p:nvPr/>
            </p:nvSpPr>
            <p:spPr bwMode="auto">
              <a:xfrm>
                <a:off x="946" y="2071"/>
                <a:ext cx="58" cy="58"/>
              </a:xfrm>
              <a:prstGeom prst="ellipse">
                <a:avLst/>
              </a:prstGeom>
              <a:solidFill>
                <a:schemeClr val="bg1"/>
              </a:solidFill>
              <a:ln w="1905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GB"/>
              </a:p>
            </p:txBody>
          </p:sp>
          <p:grpSp>
            <p:nvGrpSpPr>
              <p:cNvPr id="68" name="Group 200"/>
              <p:cNvGrpSpPr>
                <a:grpSpLocks/>
              </p:cNvGrpSpPr>
              <p:nvPr/>
            </p:nvGrpSpPr>
            <p:grpSpPr bwMode="auto">
              <a:xfrm>
                <a:off x="570" y="2126"/>
                <a:ext cx="173" cy="58"/>
                <a:chOff x="430" y="1223"/>
                <a:chExt cx="173" cy="58"/>
              </a:xfrm>
            </p:grpSpPr>
            <p:sp>
              <p:nvSpPr>
                <p:cNvPr id="77" name="Oval 201"/>
                <p:cNvSpPr>
                  <a:spLocks noChangeArrowheads="1"/>
                </p:cNvSpPr>
                <p:nvPr/>
              </p:nvSpPr>
              <p:spPr bwMode="auto">
                <a:xfrm>
                  <a:off x="545" y="1223"/>
                  <a:ext cx="58" cy="58"/>
                </a:xfrm>
                <a:prstGeom prst="ellipse">
                  <a:avLst/>
                </a:prstGeom>
                <a:noFill/>
                <a:ln w="19050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GB"/>
                </a:p>
              </p:txBody>
            </p:sp>
            <p:sp>
              <p:nvSpPr>
                <p:cNvPr id="78" name="Line 202"/>
                <p:cNvSpPr>
                  <a:spLocks noChangeShapeType="1"/>
                </p:cNvSpPr>
                <p:nvPr/>
              </p:nvSpPr>
              <p:spPr bwMode="auto">
                <a:xfrm flipH="1">
                  <a:off x="430" y="1254"/>
                  <a:ext cx="115" cy="0"/>
                </a:xfrm>
                <a:prstGeom prst="line">
                  <a:avLst/>
                </a:prstGeom>
                <a:noFill/>
                <a:ln w="19050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GB"/>
                </a:p>
              </p:txBody>
            </p:sp>
          </p:grpSp>
          <p:sp>
            <p:nvSpPr>
              <p:cNvPr id="75" name="Freeform 315"/>
              <p:cNvSpPr>
                <a:spLocks/>
              </p:cNvSpPr>
              <p:nvPr/>
            </p:nvSpPr>
            <p:spPr bwMode="auto">
              <a:xfrm>
                <a:off x="576" y="2045"/>
                <a:ext cx="576" cy="115"/>
              </a:xfrm>
              <a:custGeom>
                <a:avLst/>
                <a:gdLst>
                  <a:gd name="T0" fmla="*/ 0 w 576"/>
                  <a:gd name="T1" fmla="*/ 0 h 115"/>
                  <a:gd name="T2" fmla="*/ 0 w 576"/>
                  <a:gd name="T3" fmla="*/ 115 h 115"/>
                  <a:gd name="T4" fmla="*/ 576 w 576"/>
                  <a:gd name="T5" fmla="*/ 57 h 115"/>
                  <a:gd name="T6" fmla="*/ 0 w 576"/>
                  <a:gd name="T7" fmla="*/ 0 h 11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576" h="115">
                    <a:moveTo>
                      <a:pt x="0" y="0"/>
                    </a:moveTo>
                    <a:lnTo>
                      <a:pt x="0" y="115"/>
                    </a:lnTo>
                    <a:lnTo>
                      <a:pt x="576" y="57"/>
                    </a:lnTo>
                    <a:lnTo>
                      <a:pt x="0" y="0"/>
                    </a:lnTo>
                    <a:close/>
                  </a:path>
                </a:pathLst>
              </a:cu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19050" cap="flat" cmpd="sng">
                    <a:solidFill>
                      <a:schemeClr val="tx1"/>
                    </a:solidFill>
                    <a:prstDash val="solid"/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GB"/>
              </a:p>
            </p:txBody>
          </p:sp>
        </p:grpSp>
        <p:grpSp>
          <p:nvGrpSpPr>
            <p:cNvPr id="83" name="Group 316"/>
            <p:cNvGrpSpPr>
              <a:grpSpLocks/>
            </p:cNvGrpSpPr>
            <p:nvPr/>
          </p:nvGrpSpPr>
          <p:grpSpPr bwMode="auto">
            <a:xfrm>
              <a:off x="4193215" y="2896877"/>
              <a:ext cx="923925" cy="274638"/>
              <a:chOff x="570" y="2011"/>
              <a:chExt cx="582" cy="173"/>
            </a:xfrm>
          </p:grpSpPr>
          <p:sp>
            <p:nvSpPr>
              <p:cNvPr id="85" name="Line 314"/>
              <p:cNvSpPr>
                <a:spLocks noChangeShapeType="1"/>
              </p:cNvSpPr>
              <p:nvPr/>
            </p:nvSpPr>
            <p:spPr bwMode="auto">
              <a:xfrm flipH="1">
                <a:off x="979" y="2102"/>
                <a:ext cx="173" cy="0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GB"/>
              </a:p>
            </p:txBody>
          </p:sp>
          <p:grpSp>
            <p:nvGrpSpPr>
              <p:cNvPr id="86" name="Group 195"/>
              <p:cNvGrpSpPr>
                <a:grpSpLocks/>
              </p:cNvGrpSpPr>
              <p:nvPr/>
            </p:nvGrpSpPr>
            <p:grpSpPr bwMode="auto">
              <a:xfrm>
                <a:off x="570" y="2011"/>
                <a:ext cx="173" cy="58"/>
                <a:chOff x="427" y="1066"/>
                <a:chExt cx="173" cy="58"/>
              </a:xfrm>
            </p:grpSpPr>
            <p:sp>
              <p:nvSpPr>
                <p:cNvPr id="97" name="Oval 196"/>
                <p:cNvSpPr>
                  <a:spLocks noChangeArrowheads="1"/>
                </p:cNvSpPr>
                <p:nvPr/>
              </p:nvSpPr>
              <p:spPr bwMode="auto">
                <a:xfrm>
                  <a:off x="542" y="1066"/>
                  <a:ext cx="58" cy="58"/>
                </a:xfrm>
                <a:prstGeom prst="ellipse">
                  <a:avLst/>
                </a:prstGeom>
                <a:noFill/>
                <a:ln w="19050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GB"/>
                </a:p>
              </p:txBody>
            </p:sp>
            <p:sp>
              <p:nvSpPr>
                <p:cNvPr id="98" name="Line 197"/>
                <p:cNvSpPr>
                  <a:spLocks noChangeShapeType="1"/>
                </p:cNvSpPr>
                <p:nvPr/>
              </p:nvSpPr>
              <p:spPr bwMode="auto">
                <a:xfrm flipH="1">
                  <a:off x="427" y="1097"/>
                  <a:ext cx="115" cy="0"/>
                </a:xfrm>
                <a:prstGeom prst="line">
                  <a:avLst/>
                </a:prstGeom>
                <a:noFill/>
                <a:ln w="19050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GB"/>
                </a:p>
              </p:txBody>
            </p:sp>
          </p:grpSp>
          <p:sp>
            <p:nvSpPr>
              <p:cNvPr id="88" name="Line 198"/>
              <p:cNvSpPr>
                <a:spLocks noChangeShapeType="1"/>
              </p:cNvSpPr>
              <p:nvPr/>
            </p:nvSpPr>
            <p:spPr bwMode="auto">
              <a:xfrm flipH="1" flipV="1">
                <a:off x="716" y="2102"/>
                <a:ext cx="258" cy="0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 type="triangl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GB"/>
              </a:p>
            </p:txBody>
          </p:sp>
          <p:sp>
            <p:nvSpPr>
              <p:cNvPr id="90" name="Oval 199"/>
              <p:cNvSpPr>
                <a:spLocks noChangeArrowheads="1"/>
              </p:cNvSpPr>
              <p:nvPr/>
            </p:nvSpPr>
            <p:spPr bwMode="auto">
              <a:xfrm>
                <a:off x="946" y="2071"/>
                <a:ext cx="58" cy="58"/>
              </a:xfrm>
              <a:prstGeom prst="ellipse">
                <a:avLst/>
              </a:prstGeom>
              <a:solidFill>
                <a:schemeClr val="bg1"/>
              </a:solidFill>
              <a:ln w="1905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GB"/>
              </a:p>
            </p:txBody>
          </p:sp>
          <p:grpSp>
            <p:nvGrpSpPr>
              <p:cNvPr id="91" name="Group 200"/>
              <p:cNvGrpSpPr>
                <a:grpSpLocks/>
              </p:cNvGrpSpPr>
              <p:nvPr/>
            </p:nvGrpSpPr>
            <p:grpSpPr bwMode="auto">
              <a:xfrm>
                <a:off x="570" y="2126"/>
                <a:ext cx="173" cy="58"/>
                <a:chOff x="430" y="1223"/>
                <a:chExt cx="173" cy="58"/>
              </a:xfrm>
            </p:grpSpPr>
            <p:sp>
              <p:nvSpPr>
                <p:cNvPr id="93" name="Oval 201"/>
                <p:cNvSpPr>
                  <a:spLocks noChangeArrowheads="1"/>
                </p:cNvSpPr>
                <p:nvPr/>
              </p:nvSpPr>
              <p:spPr bwMode="auto">
                <a:xfrm>
                  <a:off x="545" y="1223"/>
                  <a:ext cx="58" cy="58"/>
                </a:xfrm>
                <a:prstGeom prst="ellipse">
                  <a:avLst/>
                </a:prstGeom>
                <a:noFill/>
                <a:ln w="19050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GB"/>
                </a:p>
              </p:txBody>
            </p:sp>
            <p:sp>
              <p:nvSpPr>
                <p:cNvPr id="96" name="Line 202"/>
                <p:cNvSpPr>
                  <a:spLocks noChangeShapeType="1"/>
                </p:cNvSpPr>
                <p:nvPr/>
              </p:nvSpPr>
              <p:spPr bwMode="auto">
                <a:xfrm flipH="1">
                  <a:off x="430" y="1254"/>
                  <a:ext cx="115" cy="0"/>
                </a:xfrm>
                <a:prstGeom prst="line">
                  <a:avLst/>
                </a:prstGeom>
                <a:noFill/>
                <a:ln w="19050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GB"/>
                </a:p>
              </p:txBody>
            </p:sp>
          </p:grpSp>
          <p:sp>
            <p:nvSpPr>
              <p:cNvPr id="92" name="Freeform 315"/>
              <p:cNvSpPr>
                <a:spLocks/>
              </p:cNvSpPr>
              <p:nvPr/>
            </p:nvSpPr>
            <p:spPr bwMode="auto">
              <a:xfrm>
                <a:off x="576" y="2045"/>
                <a:ext cx="576" cy="115"/>
              </a:xfrm>
              <a:custGeom>
                <a:avLst/>
                <a:gdLst>
                  <a:gd name="T0" fmla="*/ 0 w 576"/>
                  <a:gd name="T1" fmla="*/ 0 h 115"/>
                  <a:gd name="T2" fmla="*/ 0 w 576"/>
                  <a:gd name="T3" fmla="*/ 115 h 115"/>
                  <a:gd name="T4" fmla="*/ 576 w 576"/>
                  <a:gd name="T5" fmla="*/ 57 h 115"/>
                  <a:gd name="T6" fmla="*/ 0 w 576"/>
                  <a:gd name="T7" fmla="*/ 0 h 11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576" h="115">
                    <a:moveTo>
                      <a:pt x="0" y="0"/>
                    </a:moveTo>
                    <a:lnTo>
                      <a:pt x="0" y="115"/>
                    </a:lnTo>
                    <a:lnTo>
                      <a:pt x="576" y="57"/>
                    </a:lnTo>
                    <a:lnTo>
                      <a:pt x="0" y="0"/>
                    </a:lnTo>
                    <a:close/>
                  </a:path>
                </a:pathLst>
              </a:cu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19050" cap="flat" cmpd="sng">
                    <a:solidFill>
                      <a:schemeClr val="tx1"/>
                    </a:solidFill>
                    <a:prstDash val="solid"/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GB"/>
              </a:p>
            </p:txBody>
          </p:sp>
        </p:grpSp>
        <p:cxnSp>
          <p:nvCxnSpPr>
            <p:cNvPr id="99" name="Straight Connector 98"/>
            <p:cNvCxnSpPr/>
            <p:nvPr/>
          </p:nvCxnSpPr>
          <p:spPr>
            <a:xfrm>
              <a:off x="2645786" y="2945406"/>
              <a:ext cx="1551874" cy="1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" name="Straight Connector 5"/>
            <p:cNvCxnSpPr>
              <a:endCxn id="75" idx="1"/>
            </p:cNvCxnSpPr>
            <p:nvPr/>
          </p:nvCxnSpPr>
          <p:spPr>
            <a:xfrm>
              <a:off x="3743909" y="2162371"/>
              <a:ext cx="463277" cy="0"/>
            </a:xfrm>
            <a:prstGeom prst="line">
              <a:avLst/>
            </a:prstGeom>
          </p:spPr>
          <p:style>
            <a:lnRef idx="2">
              <a:schemeClr val="accent2"/>
            </a:lnRef>
            <a:fillRef idx="0">
              <a:schemeClr val="accent2"/>
            </a:fillRef>
            <a:effectRef idx="1">
              <a:schemeClr val="accent2"/>
            </a:effectRef>
            <a:fontRef idx="minor">
              <a:schemeClr val="tx1"/>
            </a:fontRef>
          </p:style>
        </p:cxnSp>
        <p:cxnSp>
          <p:nvCxnSpPr>
            <p:cNvPr id="15" name="Straight Connector 14"/>
            <p:cNvCxnSpPr>
              <a:stCxn id="94" idx="3"/>
            </p:cNvCxnSpPr>
            <p:nvPr/>
          </p:nvCxnSpPr>
          <p:spPr>
            <a:xfrm>
              <a:off x="3975547" y="3133415"/>
              <a:ext cx="217669" cy="0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17"/>
            <p:cNvCxnSpPr>
              <a:stCxn id="75" idx="2"/>
            </p:cNvCxnSpPr>
            <p:nvPr/>
          </p:nvCxnSpPr>
          <p:spPr>
            <a:xfrm>
              <a:off x="5121585" y="2070297"/>
              <a:ext cx="189717" cy="793"/>
            </a:xfrm>
            <a:prstGeom prst="line">
              <a:avLst/>
            </a:prstGeom>
          </p:spPr>
          <p:style>
            <a:lnRef idx="2">
              <a:schemeClr val="accent2"/>
            </a:lnRef>
            <a:fillRef idx="0">
              <a:schemeClr val="accent2"/>
            </a:fillRef>
            <a:effectRef idx="1">
              <a:schemeClr val="accent2"/>
            </a:effectRef>
            <a:fontRef idx="minor">
              <a:schemeClr val="tx1"/>
            </a:fontRef>
          </p:style>
        </p:cxnSp>
        <p:cxnSp>
          <p:nvCxnSpPr>
            <p:cNvPr id="20" name="Straight Connector 19"/>
            <p:cNvCxnSpPr>
              <a:stCxn id="92" idx="2"/>
            </p:cNvCxnSpPr>
            <p:nvPr/>
          </p:nvCxnSpPr>
          <p:spPr>
            <a:xfrm>
              <a:off x="5117141" y="3041340"/>
              <a:ext cx="246948" cy="0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100" name="Group 313"/>
            <p:cNvGrpSpPr>
              <a:grpSpLocks/>
            </p:cNvGrpSpPr>
            <p:nvPr/>
          </p:nvGrpSpPr>
          <p:grpSpPr bwMode="auto">
            <a:xfrm>
              <a:off x="4058112" y="4463960"/>
              <a:ext cx="914400" cy="225425"/>
              <a:chOff x="288" y="1119"/>
              <a:chExt cx="576" cy="142"/>
            </a:xfrm>
          </p:grpSpPr>
          <p:grpSp>
            <p:nvGrpSpPr>
              <p:cNvPr id="103" name="Group 185"/>
              <p:cNvGrpSpPr>
                <a:grpSpLocks/>
              </p:cNvGrpSpPr>
              <p:nvPr/>
            </p:nvGrpSpPr>
            <p:grpSpPr bwMode="auto">
              <a:xfrm>
                <a:off x="288" y="1119"/>
                <a:ext cx="576" cy="142"/>
                <a:chOff x="1152" y="893"/>
                <a:chExt cx="576" cy="142"/>
              </a:xfrm>
            </p:grpSpPr>
            <p:sp>
              <p:nvSpPr>
                <p:cNvPr id="105" name="Oval 186"/>
                <p:cNvSpPr>
                  <a:spLocks noChangeArrowheads="1"/>
                </p:cNvSpPr>
                <p:nvPr/>
              </p:nvSpPr>
              <p:spPr bwMode="auto">
                <a:xfrm>
                  <a:off x="1267" y="977"/>
                  <a:ext cx="58" cy="58"/>
                </a:xfrm>
                <a:prstGeom prst="ellipse">
                  <a:avLst/>
                </a:prstGeom>
                <a:noFill/>
                <a:ln w="19050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GB"/>
                </a:p>
              </p:txBody>
            </p:sp>
            <p:sp>
              <p:nvSpPr>
                <p:cNvPr id="106" name="Line 187"/>
                <p:cNvSpPr>
                  <a:spLocks noChangeShapeType="1"/>
                </p:cNvSpPr>
                <p:nvPr/>
              </p:nvSpPr>
              <p:spPr bwMode="auto">
                <a:xfrm>
                  <a:off x="1613" y="1008"/>
                  <a:ext cx="115" cy="0"/>
                </a:xfrm>
                <a:prstGeom prst="line">
                  <a:avLst/>
                </a:prstGeom>
                <a:noFill/>
                <a:ln w="19050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GB"/>
                </a:p>
              </p:txBody>
            </p:sp>
            <p:sp>
              <p:nvSpPr>
                <p:cNvPr id="107" name="Line 188"/>
                <p:cNvSpPr>
                  <a:spLocks noChangeShapeType="1"/>
                </p:cNvSpPr>
                <p:nvPr/>
              </p:nvSpPr>
              <p:spPr bwMode="auto">
                <a:xfrm flipH="1">
                  <a:off x="1152" y="1008"/>
                  <a:ext cx="115" cy="0"/>
                </a:xfrm>
                <a:prstGeom prst="line">
                  <a:avLst/>
                </a:prstGeom>
                <a:noFill/>
                <a:ln w="19050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GB"/>
                </a:p>
              </p:txBody>
            </p:sp>
            <p:sp>
              <p:nvSpPr>
                <p:cNvPr id="108" name="Line 189"/>
                <p:cNvSpPr>
                  <a:spLocks noChangeShapeType="1"/>
                </p:cNvSpPr>
                <p:nvPr/>
              </p:nvSpPr>
              <p:spPr bwMode="auto">
                <a:xfrm flipH="1" flipV="1">
                  <a:off x="1353" y="893"/>
                  <a:ext cx="230" cy="115"/>
                </a:xfrm>
                <a:prstGeom prst="line">
                  <a:avLst/>
                </a:prstGeom>
                <a:noFill/>
                <a:ln w="19050">
                  <a:solidFill>
                    <a:schemeClr val="tx1"/>
                  </a:solidFill>
                  <a:round/>
                  <a:headEnd/>
                  <a:tailEnd type="triangle" w="med" len="med"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GB"/>
                </a:p>
              </p:txBody>
            </p:sp>
            <p:sp>
              <p:nvSpPr>
                <p:cNvPr id="109" name="Oval 190"/>
                <p:cNvSpPr>
                  <a:spLocks noChangeArrowheads="1"/>
                </p:cNvSpPr>
                <p:nvPr/>
              </p:nvSpPr>
              <p:spPr bwMode="auto">
                <a:xfrm>
                  <a:off x="1555" y="977"/>
                  <a:ext cx="58" cy="58"/>
                </a:xfrm>
                <a:prstGeom prst="ellipse">
                  <a:avLst/>
                </a:prstGeom>
                <a:solidFill>
                  <a:schemeClr val="bg1"/>
                </a:solidFill>
                <a:ln w="19050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GB"/>
                </a:p>
              </p:txBody>
            </p:sp>
          </p:grpSp>
          <p:sp>
            <p:nvSpPr>
              <p:cNvPr id="102" name="Freeform 311"/>
              <p:cNvSpPr>
                <a:spLocks/>
              </p:cNvSpPr>
              <p:nvPr/>
            </p:nvSpPr>
            <p:spPr bwMode="auto">
              <a:xfrm>
                <a:off x="288" y="1123"/>
                <a:ext cx="576" cy="115"/>
              </a:xfrm>
              <a:custGeom>
                <a:avLst/>
                <a:gdLst>
                  <a:gd name="T0" fmla="*/ 0 w 576"/>
                  <a:gd name="T1" fmla="*/ 115 h 115"/>
                  <a:gd name="T2" fmla="*/ 230 w 576"/>
                  <a:gd name="T3" fmla="*/ 0 h 115"/>
                  <a:gd name="T4" fmla="*/ 576 w 576"/>
                  <a:gd name="T5" fmla="*/ 115 h 115"/>
                  <a:gd name="T6" fmla="*/ 0 w 576"/>
                  <a:gd name="T7" fmla="*/ 115 h 11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576" h="115">
                    <a:moveTo>
                      <a:pt x="0" y="115"/>
                    </a:moveTo>
                    <a:lnTo>
                      <a:pt x="230" y="0"/>
                    </a:lnTo>
                    <a:lnTo>
                      <a:pt x="576" y="115"/>
                    </a:lnTo>
                    <a:lnTo>
                      <a:pt x="0" y="115"/>
                    </a:lnTo>
                    <a:close/>
                  </a:path>
                </a:pathLst>
              </a:cu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19050" cap="flat" cmpd="sng">
                    <a:solidFill>
                      <a:schemeClr val="tx1"/>
                    </a:solidFill>
                    <a:prstDash val="solid"/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GB"/>
              </a:p>
            </p:txBody>
          </p:sp>
        </p:grpSp>
        <p:cxnSp>
          <p:nvCxnSpPr>
            <p:cNvPr id="26" name="Elbow Connector 25"/>
            <p:cNvCxnSpPr>
              <a:endCxn id="102" idx="0"/>
            </p:cNvCxnSpPr>
            <p:nvPr/>
          </p:nvCxnSpPr>
          <p:spPr>
            <a:xfrm rot="16200000" flipH="1">
              <a:off x="2218471" y="2813231"/>
              <a:ext cx="2681002" cy="998280"/>
            </a:xfrm>
            <a:prstGeom prst="bentConnector4">
              <a:avLst>
                <a:gd name="adj1" fmla="val 46595"/>
                <a:gd name="adj2" fmla="val 159"/>
              </a:avLst>
            </a:prstGeom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31" name="Straight Connector 30"/>
            <p:cNvCxnSpPr/>
            <p:nvPr/>
          </p:nvCxnSpPr>
          <p:spPr>
            <a:xfrm flipV="1">
              <a:off x="4578004" y="1268760"/>
              <a:ext cx="0" cy="3272760"/>
            </a:xfrm>
            <a:prstGeom prst="line">
              <a:avLst/>
            </a:prstGeom>
            <a:ln w="28575">
              <a:solidFill>
                <a:schemeClr val="bg1">
                  <a:lumMod val="50000"/>
                </a:schemeClr>
              </a:solidFill>
              <a:prstDash val="dash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10" name="Oval 183"/>
            <p:cNvSpPr>
              <a:spLocks noChangeArrowheads="1"/>
            </p:cNvSpPr>
            <p:nvPr/>
          </p:nvSpPr>
          <p:spPr bwMode="auto">
            <a:xfrm>
              <a:off x="3017839" y="1925832"/>
              <a:ext cx="92075" cy="92075"/>
            </a:xfrm>
            <a:prstGeom prst="ellipse">
              <a:avLst/>
            </a:prstGeom>
            <a:ln>
              <a:headEnd/>
              <a:tailEnd/>
            </a:ln>
          </p:spPr>
          <p:style>
            <a:lnRef idx="1">
              <a:schemeClr val="accent2"/>
            </a:lnRef>
            <a:fillRef idx="3">
              <a:schemeClr val="accent2"/>
            </a:fillRef>
            <a:effectRef idx="2">
              <a:schemeClr val="accent2"/>
            </a:effectRef>
            <a:fontRef idx="minor">
              <a:schemeClr val="lt1"/>
            </a:fontRef>
          </p:style>
          <p:txBody>
            <a:bodyPr wrap="none" lIns="91431" tIns="45715" rIns="91431" bIns="45715" anchor="ctr"/>
            <a:lstStyle/>
            <a:p>
              <a:endParaRPr lang="en-GB"/>
            </a:p>
          </p:txBody>
        </p:sp>
        <p:sp>
          <p:nvSpPr>
            <p:cNvPr id="32" name="TextBox 31"/>
            <p:cNvSpPr txBox="1"/>
            <p:nvPr/>
          </p:nvSpPr>
          <p:spPr>
            <a:xfrm>
              <a:off x="3614866" y="622430"/>
              <a:ext cx="1926276" cy="615544"/>
            </a:xfrm>
            <a:prstGeom prst="rect">
              <a:avLst/>
            </a:prstGeom>
            <a:noFill/>
          </p:spPr>
          <p:txBody>
            <a:bodyPr wrap="square" lIns="91431" tIns="45715" rIns="91431" bIns="45715" rtlCol="0">
              <a:spAutoFit/>
            </a:bodyPr>
            <a:lstStyle/>
            <a:p>
              <a:pPr algn="ctr"/>
              <a:r>
                <a:rPr lang="en-GB" dirty="0" smtClean="0"/>
                <a:t>UP=active</a:t>
              </a:r>
            </a:p>
            <a:p>
              <a:pPr algn="ctr"/>
              <a:r>
                <a:rPr lang="en-GB" dirty="0" smtClean="0"/>
                <a:t>DOWN=passive</a:t>
              </a:r>
              <a:endParaRPr lang="en-GB" dirty="0"/>
            </a:p>
          </p:txBody>
        </p:sp>
        <p:cxnSp>
          <p:nvCxnSpPr>
            <p:cNvPr id="35" name="Straight Arrow Connector 34"/>
            <p:cNvCxnSpPr>
              <a:endCxn id="55" idx="3"/>
            </p:cNvCxnSpPr>
            <p:nvPr/>
          </p:nvCxnSpPr>
          <p:spPr>
            <a:xfrm flipV="1">
              <a:off x="611560" y="1975047"/>
              <a:ext cx="1062118" cy="6593"/>
            </a:xfrm>
            <a:prstGeom prst="straightConnector1">
              <a:avLst/>
            </a:prstGeom>
            <a:ln>
              <a:tailEnd type="arrow"/>
            </a:ln>
          </p:spPr>
          <p:style>
            <a:lnRef idx="2">
              <a:schemeClr val="accent2"/>
            </a:lnRef>
            <a:fillRef idx="0">
              <a:schemeClr val="accent2"/>
            </a:fillRef>
            <a:effectRef idx="1">
              <a:schemeClr val="accent2"/>
            </a:effectRef>
            <a:fontRef idx="minor">
              <a:schemeClr val="tx1"/>
            </a:fontRef>
          </p:style>
        </p:cxnSp>
        <p:cxnSp>
          <p:nvCxnSpPr>
            <p:cNvPr id="111" name="Straight Arrow Connector 110"/>
            <p:cNvCxnSpPr/>
            <p:nvPr/>
          </p:nvCxnSpPr>
          <p:spPr>
            <a:xfrm flipV="1">
              <a:off x="611560" y="2950853"/>
              <a:ext cx="1062118" cy="6593"/>
            </a:xfrm>
            <a:prstGeom prst="straightConnector1">
              <a:avLst/>
            </a:prstGeom>
            <a:ln>
              <a:tailEnd type="arrow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" name="Straight Connector 37"/>
            <p:cNvCxnSpPr/>
            <p:nvPr/>
          </p:nvCxnSpPr>
          <p:spPr>
            <a:xfrm>
              <a:off x="2068136" y="3666018"/>
              <a:ext cx="0" cy="1279363"/>
            </a:xfrm>
            <a:prstGeom prst="line">
              <a:avLst/>
            </a:prstGeom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sp>
          <p:nvSpPr>
            <p:cNvPr id="113" name="Oval 112"/>
            <p:cNvSpPr/>
            <p:nvPr/>
          </p:nvSpPr>
          <p:spPr>
            <a:xfrm>
              <a:off x="2045277" y="4945381"/>
              <a:ext cx="45719" cy="45719"/>
            </a:xfrm>
            <a:prstGeom prst="ellipse">
              <a:avLst/>
            </a:prstGeom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lIns="91431" tIns="45715" rIns="91431" bIns="45715" rtlCol="0" anchor="ctr"/>
            <a:lstStyle/>
            <a:p>
              <a:pPr algn="ctr"/>
              <a:endParaRPr lang="en-GB"/>
            </a:p>
          </p:txBody>
        </p:sp>
        <p:sp>
          <p:nvSpPr>
            <p:cNvPr id="114" name="TextBox 113"/>
            <p:cNvSpPr txBox="1"/>
            <p:nvPr/>
          </p:nvSpPr>
          <p:spPr>
            <a:xfrm>
              <a:off x="1295635" y="1088740"/>
              <a:ext cx="1814277" cy="351735"/>
            </a:xfrm>
            <a:prstGeom prst="rect">
              <a:avLst/>
            </a:prstGeom>
            <a:noFill/>
          </p:spPr>
          <p:txBody>
            <a:bodyPr wrap="square" lIns="91431" tIns="45715" rIns="91431" bIns="45715" rtlCol="0">
              <a:spAutoFit/>
            </a:bodyPr>
            <a:lstStyle/>
            <a:p>
              <a:r>
                <a:rPr lang="en-GB" dirty="0" smtClean="0"/>
                <a:t>Power amplifier</a:t>
              </a:r>
              <a:endParaRPr lang="en-GB" dirty="0"/>
            </a:p>
          </p:txBody>
        </p:sp>
        <p:sp>
          <p:nvSpPr>
            <p:cNvPr id="115" name="TextBox 114"/>
            <p:cNvSpPr txBox="1"/>
            <p:nvPr/>
          </p:nvSpPr>
          <p:spPr>
            <a:xfrm>
              <a:off x="315576" y="1357886"/>
              <a:ext cx="1224136" cy="615544"/>
            </a:xfrm>
            <a:prstGeom prst="rect">
              <a:avLst/>
            </a:prstGeom>
            <a:noFill/>
          </p:spPr>
          <p:txBody>
            <a:bodyPr wrap="square" lIns="91431" tIns="45715" rIns="91431" bIns="45715" rtlCol="0">
              <a:spAutoFit/>
            </a:bodyPr>
            <a:lstStyle/>
            <a:p>
              <a:r>
                <a:rPr lang="en-GB" dirty="0" smtClean="0"/>
                <a:t>High freq or all freq</a:t>
              </a:r>
              <a:endParaRPr lang="en-GB" dirty="0"/>
            </a:p>
          </p:txBody>
        </p:sp>
        <p:sp>
          <p:nvSpPr>
            <p:cNvPr id="116" name="TextBox 115"/>
            <p:cNvSpPr txBox="1"/>
            <p:nvPr/>
          </p:nvSpPr>
          <p:spPr>
            <a:xfrm>
              <a:off x="395536" y="2381234"/>
              <a:ext cx="1008112" cy="615544"/>
            </a:xfrm>
            <a:prstGeom prst="rect">
              <a:avLst/>
            </a:prstGeom>
            <a:noFill/>
          </p:spPr>
          <p:txBody>
            <a:bodyPr wrap="square" lIns="91431" tIns="45715" rIns="91431" bIns="45715" rtlCol="0">
              <a:spAutoFit/>
            </a:bodyPr>
            <a:lstStyle/>
            <a:p>
              <a:r>
                <a:rPr lang="en-GB" dirty="0" smtClean="0"/>
                <a:t>Low freq</a:t>
              </a:r>
              <a:endParaRPr lang="en-GB" dirty="0"/>
            </a:p>
          </p:txBody>
        </p:sp>
        <p:grpSp>
          <p:nvGrpSpPr>
            <p:cNvPr id="117" name="Group 116"/>
            <p:cNvGrpSpPr/>
            <p:nvPr/>
          </p:nvGrpSpPr>
          <p:grpSpPr>
            <a:xfrm rot="10800000">
              <a:off x="4996101" y="3926872"/>
              <a:ext cx="144016" cy="64960"/>
              <a:chOff x="4427984" y="3400044"/>
              <a:chExt cx="144016" cy="64960"/>
            </a:xfrm>
          </p:grpSpPr>
          <p:cxnSp>
            <p:nvCxnSpPr>
              <p:cNvPr id="118" name="Straight Connector 117"/>
              <p:cNvCxnSpPr/>
              <p:nvPr/>
            </p:nvCxnSpPr>
            <p:spPr>
              <a:xfrm>
                <a:off x="4427984" y="3400044"/>
                <a:ext cx="144016" cy="28956"/>
              </a:xfrm>
              <a:prstGeom prst="line">
                <a:avLst/>
              </a:prstGeom>
              <a:ln/>
            </p:spPr>
            <p:style>
              <a:lnRef idx="2">
                <a:schemeClr val="accent2"/>
              </a:lnRef>
              <a:fillRef idx="0">
                <a:schemeClr val="accent2"/>
              </a:fillRef>
              <a:effectRef idx="1">
                <a:schemeClr val="accent2"/>
              </a:effectRef>
              <a:fontRef idx="minor">
                <a:schemeClr val="tx1"/>
              </a:fontRef>
            </p:style>
          </p:cxnSp>
          <p:cxnSp>
            <p:nvCxnSpPr>
              <p:cNvPr id="119" name="Straight Connector 118"/>
              <p:cNvCxnSpPr/>
              <p:nvPr/>
            </p:nvCxnSpPr>
            <p:spPr>
              <a:xfrm flipV="1">
                <a:off x="4427984" y="3429000"/>
                <a:ext cx="144015" cy="36004"/>
              </a:xfrm>
              <a:prstGeom prst="line">
                <a:avLst/>
              </a:prstGeom>
              <a:ln/>
            </p:spPr>
            <p:style>
              <a:lnRef idx="2">
                <a:schemeClr val="accent2"/>
              </a:lnRef>
              <a:fillRef idx="0">
                <a:schemeClr val="accent2"/>
              </a:fillRef>
              <a:effectRef idx="1">
                <a:schemeClr val="accent2"/>
              </a:effectRef>
              <a:fontRef idx="minor">
                <a:schemeClr val="tx1"/>
              </a:fontRef>
            </p:style>
          </p:cxnSp>
        </p:grpSp>
        <p:grpSp>
          <p:nvGrpSpPr>
            <p:cNvPr id="120" name="Group 119"/>
            <p:cNvGrpSpPr/>
            <p:nvPr/>
          </p:nvGrpSpPr>
          <p:grpSpPr>
            <a:xfrm rot="10800000">
              <a:off x="4996101" y="4166140"/>
              <a:ext cx="144016" cy="64960"/>
              <a:chOff x="4427984" y="3400044"/>
              <a:chExt cx="144016" cy="64960"/>
            </a:xfrm>
          </p:grpSpPr>
          <p:cxnSp>
            <p:nvCxnSpPr>
              <p:cNvPr id="121" name="Straight Connector 120"/>
              <p:cNvCxnSpPr/>
              <p:nvPr/>
            </p:nvCxnSpPr>
            <p:spPr>
              <a:xfrm>
                <a:off x="4427984" y="3400044"/>
                <a:ext cx="144016" cy="28956"/>
              </a:xfrm>
              <a:prstGeom prst="line">
                <a:avLst/>
              </a:prstGeom>
              <a:ln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22" name="Straight Connector 121"/>
              <p:cNvCxnSpPr/>
              <p:nvPr/>
            </p:nvCxnSpPr>
            <p:spPr>
              <a:xfrm flipV="1">
                <a:off x="4427984" y="3429000"/>
                <a:ext cx="144015" cy="36004"/>
              </a:xfrm>
              <a:prstGeom prst="line">
                <a:avLst/>
              </a:prstGeom>
              <a:ln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123" name="TextBox 122"/>
            <p:cNvSpPr txBox="1"/>
            <p:nvPr/>
          </p:nvSpPr>
          <p:spPr>
            <a:xfrm>
              <a:off x="8147370" y="4618465"/>
              <a:ext cx="863588" cy="351735"/>
            </a:xfrm>
            <a:prstGeom prst="rect">
              <a:avLst/>
            </a:prstGeom>
            <a:noFill/>
          </p:spPr>
          <p:txBody>
            <a:bodyPr wrap="square" lIns="91431" tIns="45715" rIns="91431" bIns="45715" rtlCol="0">
              <a:spAutoFit/>
            </a:bodyPr>
            <a:lstStyle/>
            <a:p>
              <a:r>
                <a:rPr lang="en-GB" dirty="0" smtClean="0"/>
                <a:t>woofer</a:t>
              </a:r>
              <a:endParaRPr lang="en-GB" dirty="0"/>
            </a:p>
          </p:txBody>
        </p:sp>
        <p:sp>
          <p:nvSpPr>
            <p:cNvPr id="124" name="TextBox 123"/>
            <p:cNvSpPr txBox="1"/>
            <p:nvPr/>
          </p:nvSpPr>
          <p:spPr>
            <a:xfrm>
              <a:off x="8172380" y="2029498"/>
              <a:ext cx="971620" cy="351735"/>
            </a:xfrm>
            <a:prstGeom prst="rect">
              <a:avLst/>
            </a:prstGeom>
            <a:noFill/>
          </p:spPr>
          <p:txBody>
            <a:bodyPr wrap="square" lIns="91431" tIns="45715" rIns="91431" bIns="45715" rtlCol="0">
              <a:spAutoFit/>
            </a:bodyPr>
            <a:lstStyle/>
            <a:p>
              <a:r>
                <a:rPr lang="en-GB" dirty="0" smtClean="0"/>
                <a:t>tweeter</a:t>
              </a:r>
              <a:endParaRPr lang="en-GB" dirty="0"/>
            </a:p>
          </p:txBody>
        </p:sp>
      </p:grpSp>
    </p:spTree>
    <p:extLst>
      <p:ext uri="{BB962C8B-B14F-4D97-AF65-F5344CB8AC3E}">
        <p14:creationId xmlns:p14="http://schemas.microsoft.com/office/powerpoint/2010/main" val="63139279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http://t3.gstatic.com/images?q=tbn:ANd9GcQkPBtCYG1-DLdukovW3v-Yz4X5t8tQkjMbOIkiBdEGGEgeMZD8TQ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488895" y="2727975"/>
            <a:ext cx="1356368" cy="27077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88923906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2">
          <a:schemeClr val="dk1"/>
        </a:lnRef>
        <a:fillRef idx="1">
          <a:schemeClr val="lt1"/>
        </a:fillRef>
        <a:effectRef idx="0">
          <a:schemeClr val="dk1"/>
        </a:effectRef>
        <a:fontRef idx="minor">
          <a:schemeClr val="dk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lIns="91431" tIns="45715" rIns="91431" bIns="45715" rtlCol="0">
        <a:normAutofit fontScale="85000" lnSpcReduction="20000"/>
      </a:bodyPr>
      <a:lstStyle>
        <a:defPPr>
          <a:defRPr dirty="0" smtClean="0"/>
        </a:defPPr>
      </a:lstStyle>
    </a:tx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89</TotalTime>
  <Words>17</Words>
  <Application>Microsoft Office PowerPoint</Application>
  <PresentationFormat>Custom</PresentationFormat>
  <Paragraphs>10</Paragraphs>
  <Slides>2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3" baseType="lpstr">
      <vt:lpstr>Office Theme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Dmitry</dc:creator>
  <cp:lastModifiedBy>Dmitry</cp:lastModifiedBy>
  <cp:revision>12</cp:revision>
  <dcterms:created xsi:type="dcterms:W3CDTF">2011-02-23T19:32:59Z</dcterms:created>
  <dcterms:modified xsi:type="dcterms:W3CDTF">2011-03-04T23:44:43Z</dcterms:modified>
</cp:coreProperties>
</file>