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40538" cy="4321175"/>
  <p:notesSz cx="6858000" cy="9144000"/>
  <p:defaultTextStyle>
    <a:defPPr>
      <a:defRPr lang="en-US"/>
    </a:defPPr>
    <a:lvl1pPr marL="0" algn="l" defTabSz="65818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329094" algn="l" defTabSz="65818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658189" algn="l" defTabSz="65818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987283" algn="l" defTabSz="65818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316377" algn="l" defTabSz="65818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1645471" algn="l" defTabSz="65818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1974567" algn="l" defTabSz="65818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2303660" algn="l" defTabSz="65818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2632755" algn="l" defTabSz="65818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626" y="-1218"/>
      </p:cViewPr>
      <p:guideLst>
        <p:guide orient="horz" pos="1361"/>
        <p:guide pos="21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183C6-EE0F-4CCA-B0F5-5A7C0E8F32F2}" type="datetimeFigureOut">
              <a:rPr lang="en-US" smtClean="0"/>
              <a:t>11/23/2010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85800"/>
            <a:ext cx="54260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50283-FAAB-4E2F-B3CE-318E5ACC955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5818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329094" algn="l" defTabSz="65818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658189" algn="l" defTabSz="65818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987283" algn="l" defTabSz="65818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316377" algn="l" defTabSz="65818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645471" algn="l" defTabSz="65818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974567" algn="l" defTabSz="65818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303660" algn="l" defTabSz="65818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632755" algn="l" defTabSz="65818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15963" y="685800"/>
            <a:ext cx="542607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250283-FAAB-4E2F-B3CE-318E5ACC9555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042" y="1342367"/>
            <a:ext cx="5814458" cy="9262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6083" y="2448667"/>
            <a:ext cx="4788377" cy="1104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290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58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872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16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645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9745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0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632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F3417-F0F2-404B-A528-432C2F21434D}" type="datetimeFigureOut">
              <a:rPr lang="en-US" smtClean="0"/>
              <a:t>11/23/2010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E23F4-13EE-4F44-8996-0E262A84C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F3417-F0F2-404B-A528-432C2F21434D}" type="datetimeFigureOut">
              <a:rPr lang="en-US" smtClean="0"/>
              <a:t>11/23/2010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E23F4-13EE-4F44-8996-0E262A84C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55" y="2776756"/>
            <a:ext cx="5814458" cy="858233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55" y="1831499"/>
            <a:ext cx="5814458" cy="94525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32909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2pPr>
            <a:lvl3pPr marL="65818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8728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1637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645471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197456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30366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6327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F3417-F0F2-404B-A528-432C2F21434D}" type="datetimeFigureOut">
              <a:rPr lang="en-US" smtClean="0"/>
              <a:t>11/23/2010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E23F4-13EE-4F44-8996-0E262A84C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028" y="1008275"/>
            <a:ext cx="3021237" cy="285177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7275" y="1008275"/>
            <a:ext cx="3021237" cy="285177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F3417-F0F2-404B-A528-432C2F21434D}" type="datetimeFigureOut">
              <a:rPr lang="en-US" smtClean="0"/>
              <a:t>11/23/2010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E23F4-13EE-4F44-8996-0E262A84C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027" y="967266"/>
            <a:ext cx="3022426" cy="40310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29094" indent="0">
              <a:buNone/>
              <a:defRPr sz="1400" b="1"/>
            </a:lvl2pPr>
            <a:lvl3pPr marL="658189" indent="0">
              <a:buNone/>
              <a:defRPr sz="1300" b="1"/>
            </a:lvl3pPr>
            <a:lvl4pPr marL="987283" indent="0">
              <a:buNone/>
              <a:defRPr sz="1200" b="1"/>
            </a:lvl4pPr>
            <a:lvl5pPr marL="1316377" indent="0">
              <a:buNone/>
              <a:defRPr sz="1200" b="1"/>
            </a:lvl5pPr>
            <a:lvl6pPr marL="1645471" indent="0">
              <a:buNone/>
              <a:defRPr sz="1200" b="1"/>
            </a:lvl6pPr>
            <a:lvl7pPr marL="1974567" indent="0">
              <a:buNone/>
              <a:defRPr sz="1200" b="1"/>
            </a:lvl7pPr>
            <a:lvl8pPr marL="2303660" indent="0">
              <a:buNone/>
              <a:defRPr sz="1200" b="1"/>
            </a:lvl8pPr>
            <a:lvl9pPr marL="2632755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027" y="1370372"/>
            <a:ext cx="3022426" cy="2489677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4900" y="967266"/>
            <a:ext cx="3023611" cy="40310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29094" indent="0">
              <a:buNone/>
              <a:defRPr sz="1400" b="1"/>
            </a:lvl2pPr>
            <a:lvl3pPr marL="658189" indent="0">
              <a:buNone/>
              <a:defRPr sz="1300" b="1"/>
            </a:lvl3pPr>
            <a:lvl4pPr marL="987283" indent="0">
              <a:buNone/>
              <a:defRPr sz="1200" b="1"/>
            </a:lvl4pPr>
            <a:lvl5pPr marL="1316377" indent="0">
              <a:buNone/>
              <a:defRPr sz="1200" b="1"/>
            </a:lvl5pPr>
            <a:lvl6pPr marL="1645471" indent="0">
              <a:buNone/>
              <a:defRPr sz="1200" b="1"/>
            </a:lvl6pPr>
            <a:lvl7pPr marL="1974567" indent="0">
              <a:buNone/>
              <a:defRPr sz="1200" b="1"/>
            </a:lvl7pPr>
            <a:lvl8pPr marL="2303660" indent="0">
              <a:buNone/>
              <a:defRPr sz="1200" b="1"/>
            </a:lvl8pPr>
            <a:lvl9pPr marL="2632755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4900" y="1370372"/>
            <a:ext cx="3023611" cy="2489677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F3417-F0F2-404B-A528-432C2F21434D}" type="datetimeFigureOut">
              <a:rPr lang="en-US" smtClean="0"/>
              <a:t>11/23/2010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E23F4-13EE-4F44-8996-0E262A84C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F3417-F0F2-404B-A528-432C2F21434D}" type="datetimeFigureOut">
              <a:rPr lang="en-US" smtClean="0"/>
              <a:t>11/23/2010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E23F4-13EE-4F44-8996-0E262A84C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F3417-F0F2-404B-A528-432C2F21434D}" type="datetimeFigureOut">
              <a:rPr lang="en-US" smtClean="0"/>
              <a:t>11/23/2010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E23F4-13EE-4F44-8996-0E262A84C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28" y="172048"/>
            <a:ext cx="2250489" cy="732199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4462" y="172050"/>
            <a:ext cx="3824051" cy="3688003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028" y="904246"/>
            <a:ext cx="2250489" cy="2955804"/>
          </a:xfrm>
        </p:spPr>
        <p:txBody>
          <a:bodyPr/>
          <a:lstStyle>
            <a:lvl1pPr marL="0" indent="0">
              <a:buNone/>
              <a:defRPr sz="1100"/>
            </a:lvl1pPr>
            <a:lvl2pPr marL="329094" indent="0">
              <a:buNone/>
              <a:defRPr sz="800"/>
            </a:lvl2pPr>
            <a:lvl3pPr marL="658189" indent="0">
              <a:buNone/>
              <a:defRPr sz="700"/>
            </a:lvl3pPr>
            <a:lvl4pPr marL="987283" indent="0">
              <a:buNone/>
              <a:defRPr sz="700"/>
            </a:lvl4pPr>
            <a:lvl5pPr marL="1316377" indent="0">
              <a:buNone/>
              <a:defRPr sz="700"/>
            </a:lvl5pPr>
            <a:lvl6pPr marL="1645471" indent="0">
              <a:buNone/>
              <a:defRPr sz="700"/>
            </a:lvl6pPr>
            <a:lvl7pPr marL="1974567" indent="0">
              <a:buNone/>
              <a:defRPr sz="700"/>
            </a:lvl7pPr>
            <a:lvl8pPr marL="2303660" indent="0">
              <a:buNone/>
              <a:defRPr sz="700"/>
            </a:lvl8pPr>
            <a:lvl9pPr marL="2632755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F3417-F0F2-404B-A528-432C2F21434D}" type="datetimeFigureOut">
              <a:rPr lang="en-US" smtClean="0"/>
              <a:t>11/23/2010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E23F4-13EE-4F44-8996-0E262A84C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795" y="3024823"/>
            <a:ext cx="4104323" cy="357097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0795" y="386106"/>
            <a:ext cx="4104323" cy="2592705"/>
          </a:xfrm>
        </p:spPr>
        <p:txBody>
          <a:bodyPr/>
          <a:lstStyle>
            <a:lvl1pPr marL="0" indent="0">
              <a:buNone/>
              <a:defRPr sz="2300"/>
            </a:lvl1pPr>
            <a:lvl2pPr marL="329094" indent="0">
              <a:buNone/>
              <a:defRPr sz="2000"/>
            </a:lvl2pPr>
            <a:lvl3pPr marL="658189" indent="0">
              <a:buNone/>
              <a:defRPr sz="1800"/>
            </a:lvl3pPr>
            <a:lvl4pPr marL="987283" indent="0">
              <a:buNone/>
              <a:defRPr sz="1400"/>
            </a:lvl4pPr>
            <a:lvl5pPr marL="1316377" indent="0">
              <a:buNone/>
              <a:defRPr sz="1400"/>
            </a:lvl5pPr>
            <a:lvl6pPr marL="1645471" indent="0">
              <a:buNone/>
              <a:defRPr sz="1400"/>
            </a:lvl6pPr>
            <a:lvl7pPr marL="1974567" indent="0">
              <a:buNone/>
              <a:defRPr sz="1400"/>
            </a:lvl7pPr>
            <a:lvl8pPr marL="2303660" indent="0">
              <a:buNone/>
              <a:defRPr sz="1400"/>
            </a:lvl8pPr>
            <a:lvl9pPr marL="2632755" indent="0">
              <a:buNone/>
              <a:defRPr sz="1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0795" y="3381921"/>
            <a:ext cx="4104323" cy="507138"/>
          </a:xfrm>
        </p:spPr>
        <p:txBody>
          <a:bodyPr/>
          <a:lstStyle>
            <a:lvl1pPr marL="0" indent="0">
              <a:buNone/>
              <a:defRPr sz="1100"/>
            </a:lvl1pPr>
            <a:lvl2pPr marL="329094" indent="0">
              <a:buNone/>
              <a:defRPr sz="800"/>
            </a:lvl2pPr>
            <a:lvl3pPr marL="658189" indent="0">
              <a:buNone/>
              <a:defRPr sz="700"/>
            </a:lvl3pPr>
            <a:lvl4pPr marL="987283" indent="0">
              <a:buNone/>
              <a:defRPr sz="700"/>
            </a:lvl4pPr>
            <a:lvl5pPr marL="1316377" indent="0">
              <a:buNone/>
              <a:defRPr sz="700"/>
            </a:lvl5pPr>
            <a:lvl6pPr marL="1645471" indent="0">
              <a:buNone/>
              <a:defRPr sz="700"/>
            </a:lvl6pPr>
            <a:lvl7pPr marL="1974567" indent="0">
              <a:buNone/>
              <a:defRPr sz="700"/>
            </a:lvl7pPr>
            <a:lvl8pPr marL="2303660" indent="0">
              <a:buNone/>
              <a:defRPr sz="700"/>
            </a:lvl8pPr>
            <a:lvl9pPr marL="2632755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F3417-F0F2-404B-A528-432C2F21434D}" type="datetimeFigureOut">
              <a:rPr lang="en-US" smtClean="0"/>
              <a:t>11/23/2010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E23F4-13EE-4F44-8996-0E262A84C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F3417-F0F2-404B-A528-432C2F21434D}" type="datetimeFigureOut">
              <a:rPr lang="en-US" smtClean="0"/>
              <a:t>11/23/2010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E23F4-13EE-4F44-8996-0E262A84C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59390" y="173050"/>
            <a:ext cx="1539120" cy="36870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028" y="173050"/>
            <a:ext cx="4503355" cy="36870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F3417-F0F2-404B-A528-432C2F21434D}" type="datetimeFigureOut">
              <a:rPr lang="en-US" smtClean="0"/>
              <a:t>11/23/2010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E23F4-13EE-4F44-8996-0E262A84C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029" y="173048"/>
            <a:ext cx="6156485" cy="720196"/>
          </a:xfrm>
          <a:prstGeom prst="rect">
            <a:avLst/>
          </a:prstGeom>
        </p:spPr>
        <p:txBody>
          <a:bodyPr vert="horz" lIns="65818" tIns="32910" rIns="65818" bIns="3291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029" y="1008275"/>
            <a:ext cx="6156485" cy="2851776"/>
          </a:xfrm>
          <a:prstGeom prst="rect">
            <a:avLst/>
          </a:prstGeom>
        </p:spPr>
        <p:txBody>
          <a:bodyPr vert="horz" lIns="65818" tIns="32910" rIns="65818" bIns="3291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029" y="4005092"/>
            <a:ext cx="1596126" cy="230063"/>
          </a:xfrm>
          <a:prstGeom prst="rect">
            <a:avLst/>
          </a:prstGeom>
        </p:spPr>
        <p:txBody>
          <a:bodyPr vert="horz" lIns="65818" tIns="32910" rIns="65818" bIns="3291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F3417-F0F2-404B-A528-432C2F21434D}" type="datetimeFigureOut">
              <a:rPr lang="en-US" smtClean="0"/>
              <a:t>11/23/2010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37186" y="4005092"/>
            <a:ext cx="2166170" cy="230063"/>
          </a:xfrm>
          <a:prstGeom prst="rect">
            <a:avLst/>
          </a:prstGeom>
        </p:spPr>
        <p:txBody>
          <a:bodyPr vert="horz" lIns="65818" tIns="32910" rIns="65818" bIns="3291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02387" y="4005092"/>
            <a:ext cx="1596126" cy="230063"/>
          </a:xfrm>
          <a:prstGeom prst="rect">
            <a:avLst/>
          </a:prstGeom>
        </p:spPr>
        <p:txBody>
          <a:bodyPr vert="horz" lIns="65818" tIns="32910" rIns="65818" bIns="3291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E23F4-13EE-4F44-8996-0E262A84CB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58189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21" indent="-246821" algn="l" defTabSz="658189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34778" indent="-205684" algn="l" defTabSz="65818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737" indent="-164547" algn="l" defTabSz="65818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51830" indent="-164547" algn="l" defTabSz="65818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80925" indent="-164547" algn="l" defTabSz="658189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10019" indent="-164547" algn="l" defTabSz="658189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39114" indent="-164547" algn="l" defTabSz="658189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68208" indent="-164547" algn="l" defTabSz="658189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97302" indent="-164547" algn="l" defTabSz="658189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818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9094" algn="l" defTabSz="65818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58189" algn="l" defTabSz="65818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87283" algn="l" defTabSz="65818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16377" algn="l" defTabSz="65818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471" algn="l" defTabSz="65818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4567" algn="l" defTabSz="65818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03660" algn="l" defTabSz="65818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32755" algn="l" defTabSz="65818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0" name="Straight Arrow Connector 339"/>
          <p:cNvCxnSpPr/>
          <p:nvPr/>
        </p:nvCxnSpPr>
        <p:spPr>
          <a:xfrm rot="5400000" flipH="1" flipV="1">
            <a:off x="2392379" y="1250141"/>
            <a:ext cx="1358116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1" name="Straight Arrow Connector 340"/>
          <p:cNvCxnSpPr/>
          <p:nvPr/>
        </p:nvCxnSpPr>
        <p:spPr>
          <a:xfrm>
            <a:off x="3071834" y="1928802"/>
            <a:ext cx="250033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2" name="TextBox 341"/>
          <p:cNvSpPr txBox="1"/>
          <p:nvPr/>
        </p:nvSpPr>
        <p:spPr>
          <a:xfrm>
            <a:off x="3202010" y="1930390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0</a:t>
            </a:r>
            <a:endParaRPr lang="en-US" dirty="0"/>
          </a:p>
        </p:txBody>
      </p:sp>
      <p:cxnSp>
        <p:nvCxnSpPr>
          <p:cNvPr id="343" name="Straight Connector 342"/>
          <p:cNvCxnSpPr/>
          <p:nvPr/>
        </p:nvCxnSpPr>
        <p:spPr>
          <a:xfrm rot="5400000">
            <a:off x="3286148" y="1928802"/>
            <a:ext cx="142876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" name="Straight Connector 343"/>
          <p:cNvCxnSpPr/>
          <p:nvPr/>
        </p:nvCxnSpPr>
        <p:spPr>
          <a:xfrm rot="5400000">
            <a:off x="4286280" y="1928802"/>
            <a:ext cx="142876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5" name="TextBox 344"/>
          <p:cNvSpPr txBox="1"/>
          <p:nvPr/>
        </p:nvSpPr>
        <p:spPr>
          <a:xfrm>
            <a:off x="4143404" y="1936740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T</a:t>
            </a:r>
            <a:r>
              <a:rPr lang="en-GB" sz="1400" dirty="0" smtClean="0"/>
              <a:t>d</a:t>
            </a:r>
            <a:endParaRPr lang="en-US" sz="1400" dirty="0"/>
          </a:p>
        </p:txBody>
      </p:sp>
      <p:cxnSp>
        <p:nvCxnSpPr>
          <p:cNvPr id="346" name="Straight Arrow Connector 345"/>
          <p:cNvCxnSpPr/>
          <p:nvPr/>
        </p:nvCxnSpPr>
        <p:spPr>
          <a:xfrm rot="5400000" flipH="1" flipV="1">
            <a:off x="4071966" y="1643050"/>
            <a:ext cx="571504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7" name="TextBox 346"/>
          <p:cNvSpPr txBox="1"/>
          <p:nvPr/>
        </p:nvSpPr>
        <p:spPr>
          <a:xfrm>
            <a:off x="4786346" y="192880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T</a:t>
            </a:r>
            <a:r>
              <a:rPr lang="en-GB" sz="1400" dirty="0" smtClean="0"/>
              <a:t>d1</a:t>
            </a:r>
            <a:endParaRPr lang="en-US" sz="1400" dirty="0"/>
          </a:p>
        </p:txBody>
      </p:sp>
      <p:cxnSp>
        <p:nvCxnSpPr>
          <p:cNvPr id="348" name="Straight Connector 347"/>
          <p:cNvCxnSpPr/>
          <p:nvPr/>
        </p:nvCxnSpPr>
        <p:spPr>
          <a:xfrm rot="5400000">
            <a:off x="4929222" y="1928802"/>
            <a:ext cx="142876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9" name="Straight Arrow Connector 348"/>
          <p:cNvCxnSpPr/>
          <p:nvPr/>
        </p:nvCxnSpPr>
        <p:spPr>
          <a:xfrm rot="5400000" flipH="1" flipV="1">
            <a:off x="4857784" y="178592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0" name="Straight Arrow Connector 349"/>
          <p:cNvCxnSpPr/>
          <p:nvPr/>
        </p:nvCxnSpPr>
        <p:spPr>
          <a:xfrm rot="5400000" flipH="1" flipV="1">
            <a:off x="-535785" y="1250141"/>
            <a:ext cx="1358116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1" name="Straight Arrow Connector 350"/>
          <p:cNvCxnSpPr/>
          <p:nvPr/>
        </p:nvCxnSpPr>
        <p:spPr>
          <a:xfrm>
            <a:off x="143670" y="1928802"/>
            <a:ext cx="250033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2" name="Straight Connector 351"/>
          <p:cNvCxnSpPr/>
          <p:nvPr/>
        </p:nvCxnSpPr>
        <p:spPr>
          <a:xfrm rot="5400000">
            <a:off x="357984" y="1928802"/>
            <a:ext cx="142876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3" name="Straight Arrow Connector 352"/>
          <p:cNvCxnSpPr/>
          <p:nvPr/>
        </p:nvCxnSpPr>
        <p:spPr>
          <a:xfrm rot="5400000" flipH="1" flipV="1">
            <a:off x="107157" y="1607331"/>
            <a:ext cx="64294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Right Arrow 353"/>
          <p:cNvSpPr/>
          <p:nvPr/>
        </p:nvSpPr>
        <p:spPr>
          <a:xfrm>
            <a:off x="2714644" y="1428736"/>
            <a:ext cx="214314" cy="21431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5" name="Straight Arrow Connector 354"/>
          <p:cNvCxnSpPr/>
          <p:nvPr/>
        </p:nvCxnSpPr>
        <p:spPr>
          <a:xfrm rot="5400000" flipH="1" flipV="1">
            <a:off x="2392379" y="2821777"/>
            <a:ext cx="1358116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6" name="Straight Arrow Connector 355"/>
          <p:cNvCxnSpPr/>
          <p:nvPr/>
        </p:nvCxnSpPr>
        <p:spPr>
          <a:xfrm>
            <a:off x="3071834" y="3500438"/>
            <a:ext cx="342981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3202010" y="350202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0</a:t>
            </a:r>
            <a:endParaRPr lang="en-US" dirty="0"/>
          </a:p>
        </p:txBody>
      </p:sp>
      <p:cxnSp>
        <p:nvCxnSpPr>
          <p:cNvPr id="358" name="Straight Connector 357"/>
          <p:cNvCxnSpPr/>
          <p:nvPr/>
        </p:nvCxnSpPr>
        <p:spPr>
          <a:xfrm rot="5400000">
            <a:off x="3286148" y="3500438"/>
            <a:ext cx="142876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9" name="Straight Connector 358"/>
          <p:cNvCxnSpPr/>
          <p:nvPr/>
        </p:nvCxnSpPr>
        <p:spPr>
          <a:xfrm rot="5400000">
            <a:off x="4286280" y="3500438"/>
            <a:ext cx="142876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0" name="TextBox 359"/>
          <p:cNvSpPr txBox="1"/>
          <p:nvPr/>
        </p:nvSpPr>
        <p:spPr>
          <a:xfrm>
            <a:off x="4143404" y="350837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T</a:t>
            </a:r>
            <a:r>
              <a:rPr lang="en-GB" sz="1400" dirty="0" smtClean="0"/>
              <a:t>d</a:t>
            </a:r>
            <a:endParaRPr lang="en-US" sz="1400" dirty="0"/>
          </a:p>
        </p:txBody>
      </p:sp>
      <p:cxnSp>
        <p:nvCxnSpPr>
          <p:cNvPr id="361" name="Straight Arrow Connector 360"/>
          <p:cNvCxnSpPr/>
          <p:nvPr/>
        </p:nvCxnSpPr>
        <p:spPr>
          <a:xfrm rot="5400000" flipH="1" flipV="1">
            <a:off x="4071966" y="3214686"/>
            <a:ext cx="571504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2" name="TextBox 361"/>
          <p:cNvSpPr txBox="1"/>
          <p:nvPr/>
        </p:nvSpPr>
        <p:spPr>
          <a:xfrm>
            <a:off x="4786346" y="3751753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T</a:t>
            </a:r>
            <a:r>
              <a:rPr lang="en-GB" sz="1400" dirty="0" smtClean="0"/>
              <a:t>d1</a:t>
            </a:r>
            <a:endParaRPr lang="en-US" sz="1400" dirty="0"/>
          </a:p>
        </p:txBody>
      </p:sp>
      <p:cxnSp>
        <p:nvCxnSpPr>
          <p:cNvPr id="363" name="Straight Connector 362"/>
          <p:cNvCxnSpPr/>
          <p:nvPr/>
        </p:nvCxnSpPr>
        <p:spPr>
          <a:xfrm rot="5400000">
            <a:off x="4929222" y="3500438"/>
            <a:ext cx="142876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4" name="Straight Arrow Connector 363"/>
          <p:cNvCxnSpPr/>
          <p:nvPr/>
        </p:nvCxnSpPr>
        <p:spPr>
          <a:xfrm rot="5400000" flipH="1" flipV="1">
            <a:off x="4857784" y="3357562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5" name="Straight Arrow Connector 364"/>
          <p:cNvCxnSpPr/>
          <p:nvPr/>
        </p:nvCxnSpPr>
        <p:spPr>
          <a:xfrm rot="5400000" flipH="1" flipV="1">
            <a:off x="-535785" y="2821777"/>
            <a:ext cx="1358116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6" name="Straight Arrow Connector 365"/>
          <p:cNvCxnSpPr/>
          <p:nvPr/>
        </p:nvCxnSpPr>
        <p:spPr>
          <a:xfrm>
            <a:off x="143670" y="3500438"/>
            <a:ext cx="250033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7" name="Straight Connector 366"/>
          <p:cNvCxnSpPr/>
          <p:nvPr/>
        </p:nvCxnSpPr>
        <p:spPr>
          <a:xfrm rot="5400000">
            <a:off x="357984" y="3500438"/>
            <a:ext cx="142876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8" name="Straight Connector 367"/>
          <p:cNvCxnSpPr/>
          <p:nvPr/>
        </p:nvCxnSpPr>
        <p:spPr>
          <a:xfrm rot="5400000">
            <a:off x="1072364" y="3499644"/>
            <a:ext cx="142876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9" name="Straight Arrow Connector 368"/>
          <p:cNvCxnSpPr/>
          <p:nvPr/>
        </p:nvCxnSpPr>
        <p:spPr>
          <a:xfrm rot="5400000" flipH="1" flipV="1">
            <a:off x="107157" y="3178967"/>
            <a:ext cx="64294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Right Arrow 369"/>
          <p:cNvSpPr/>
          <p:nvPr/>
        </p:nvSpPr>
        <p:spPr>
          <a:xfrm>
            <a:off x="2714644" y="3000372"/>
            <a:ext cx="214314" cy="21431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TextBox 370"/>
          <p:cNvSpPr txBox="1"/>
          <p:nvPr/>
        </p:nvSpPr>
        <p:spPr>
          <a:xfrm>
            <a:off x="285752" y="1928802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0</a:t>
            </a:r>
            <a:endParaRPr lang="en-US" dirty="0"/>
          </a:p>
        </p:txBody>
      </p:sp>
      <p:sp>
        <p:nvSpPr>
          <p:cNvPr id="372" name="TextBox 371"/>
          <p:cNvSpPr txBox="1"/>
          <p:nvPr/>
        </p:nvSpPr>
        <p:spPr>
          <a:xfrm>
            <a:off x="285752" y="350043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0</a:t>
            </a:r>
            <a:endParaRPr lang="en-US" dirty="0"/>
          </a:p>
        </p:txBody>
      </p:sp>
      <p:sp>
        <p:nvSpPr>
          <p:cNvPr id="373" name="TextBox 372"/>
          <p:cNvSpPr txBox="1"/>
          <p:nvPr/>
        </p:nvSpPr>
        <p:spPr>
          <a:xfrm>
            <a:off x="809131" y="3747690"/>
            <a:ext cx="857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T</a:t>
            </a:r>
            <a:r>
              <a:rPr lang="en-GB" sz="1400" dirty="0" smtClean="0"/>
              <a:t>d1-</a:t>
            </a:r>
            <a:r>
              <a:rPr lang="en-GB" dirty="0" smtClean="0"/>
              <a:t>T</a:t>
            </a:r>
            <a:r>
              <a:rPr lang="en-GB" sz="1400" dirty="0" smtClean="0"/>
              <a:t>d</a:t>
            </a:r>
            <a:endParaRPr lang="en-US" sz="1400" dirty="0" smtClean="0"/>
          </a:p>
          <a:p>
            <a:endParaRPr lang="en-US" sz="1400" dirty="0"/>
          </a:p>
        </p:txBody>
      </p:sp>
      <p:cxnSp>
        <p:nvCxnSpPr>
          <p:cNvPr id="374" name="Straight Arrow Connector 373"/>
          <p:cNvCxnSpPr/>
          <p:nvPr/>
        </p:nvCxnSpPr>
        <p:spPr>
          <a:xfrm rot="5400000">
            <a:off x="1000926" y="3643314"/>
            <a:ext cx="285752" cy="1588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5" name="Straight Arrow Connector 374"/>
          <p:cNvCxnSpPr/>
          <p:nvPr/>
        </p:nvCxnSpPr>
        <p:spPr>
          <a:xfrm rot="5400000">
            <a:off x="4858181" y="3642917"/>
            <a:ext cx="285752" cy="794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6" name="TextBox 375"/>
          <p:cNvSpPr txBox="1"/>
          <p:nvPr/>
        </p:nvSpPr>
        <p:spPr>
          <a:xfrm>
            <a:off x="4714908" y="1343610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/>
              <a:t>echo</a:t>
            </a:r>
            <a:endParaRPr lang="en-US" i="1" dirty="0"/>
          </a:p>
        </p:txBody>
      </p:sp>
      <p:sp>
        <p:nvSpPr>
          <p:cNvPr id="377" name="TextBox 376"/>
          <p:cNvSpPr txBox="1"/>
          <p:nvPr/>
        </p:nvSpPr>
        <p:spPr>
          <a:xfrm>
            <a:off x="4572826" y="2643182"/>
            <a:ext cx="1071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/>
              <a:t>Echo cancelled</a:t>
            </a:r>
            <a:endParaRPr lang="en-US" i="1" dirty="0"/>
          </a:p>
        </p:txBody>
      </p:sp>
      <p:sp>
        <p:nvSpPr>
          <p:cNvPr id="378" name="TextBox 377"/>
          <p:cNvSpPr txBox="1"/>
          <p:nvPr/>
        </p:nvSpPr>
        <p:spPr>
          <a:xfrm>
            <a:off x="0" y="0"/>
            <a:ext cx="285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Source output signal</a:t>
            </a:r>
            <a:endParaRPr lang="en-US" dirty="0"/>
          </a:p>
        </p:txBody>
      </p:sp>
      <p:sp>
        <p:nvSpPr>
          <p:cNvPr id="379" name="TextBox 378"/>
          <p:cNvSpPr txBox="1"/>
          <p:nvPr/>
        </p:nvSpPr>
        <p:spPr>
          <a:xfrm>
            <a:off x="3644132" y="0"/>
            <a:ext cx="285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Signal at the receiver</a:t>
            </a:r>
            <a:endParaRPr lang="en-US" dirty="0"/>
          </a:p>
        </p:txBody>
      </p:sp>
      <p:sp>
        <p:nvSpPr>
          <p:cNvPr id="380" name="Oval 379"/>
          <p:cNvSpPr/>
          <p:nvPr/>
        </p:nvSpPr>
        <p:spPr>
          <a:xfrm>
            <a:off x="4929222" y="3429000"/>
            <a:ext cx="142876" cy="14287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1" name="Straight Connector 380"/>
          <p:cNvCxnSpPr/>
          <p:nvPr/>
        </p:nvCxnSpPr>
        <p:spPr>
          <a:xfrm rot="5400000">
            <a:off x="5859504" y="3570288"/>
            <a:ext cx="142876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2" name="Straight Arrow Connector 381"/>
          <p:cNvCxnSpPr/>
          <p:nvPr/>
        </p:nvCxnSpPr>
        <p:spPr>
          <a:xfrm rot="5400000">
            <a:off x="5787272" y="3643314"/>
            <a:ext cx="285752" cy="1588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3" name="TextBox 382"/>
          <p:cNvSpPr txBox="1"/>
          <p:nvPr/>
        </p:nvSpPr>
        <p:spPr>
          <a:xfrm>
            <a:off x="5501520" y="3771003"/>
            <a:ext cx="1142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2∙T</a:t>
            </a:r>
            <a:r>
              <a:rPr lang="en-GB" sz="1400" dirty="0" smtClean="0"/>
              <a:t>d1-</a:t>
            </a:r>
            <a:r>
              <a:rPr lang="en-GB" dirty="0" smtClean="0"/>
              <a:t>T</a:t>
            </a:r>
            <a:r>
              <a:rPr lang="en-GB" sz="1400" dirty="0" smtClean="0"/>
              <a:t>d</a:t>
            </a:r>
            <a:endParaRPr lang="en-US" sz="1400" dirty="0" smtClean="0"/>
          </a:p>
          <a:p>
            <a:endParaRPr lang="en-US" sz="1400" dirty="0"/>
          </a:p>
        </p:txBody>
      </p:sp>
      <p:sp>
        <p:nvSpPr>
          <p:cNvPr id="384" name="TextBox 383"/>
          <p:cNvSpPr txBox="1"/>
          <p:nvPr/>
        </p:nvSpPr>
        <p:spPr>
          <a:xfrm>
            <a:off x="5572926" y="3071810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/>
              <a:t>Artefact</a:t>
            </a:r>
            <a:endParaRPr lang="en-US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</Words>
  <Application>Microsoft Office PowerPoint</Application>
  <PresentationFormat>Custom</PresentationFormat>
  <Paragraphs>16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Dmitry</dc:creator>
  <cp:lastModifiedBy>Dmitry</cp:lastModifiedBy>
  <cp:revision>6</cp:revision>
  <dcterms:created xsi:type="dcterms:W3CDTF">2010-11-23T10:58:53Z</dcterms:created>
  <dcterms:modified xsi:type="dcterms:W3CDTF">2010-11-23T11:20:29Z</dcterms:modified>
</cp:coreProperties>
</file>