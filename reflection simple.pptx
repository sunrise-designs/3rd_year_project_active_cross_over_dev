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600450" cy="2520950"/>
  <p:notesSz cx="6858000" cy="9144000"/>
  <p:defaultTextStyle>
    <a:defPPr>
      <a:defRPr lang="en-US"/>
    </a:defPPr>
    <a:lvl1pPr marL="0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154305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308610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462915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617220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771525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925830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080135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234440" algn="l" defTabSz="30861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2214" y="-1446"/>
      </p:cViewPr>
      <p:guideLst>
        <p:guide orient="horz" pos="794"/>
        <p:guide pos="11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6" y="783129"/>
            <a:ext cx="3060383" cy="5403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70" y="1428538"/>
            <a:ext cx="2520315" cy="64424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4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62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8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13" y="1619946"/>
            <a:ext cx="3060383" cy="500689"/>
          </a:xfrm>
        </p:spPr>
        <p:txBody>
          <a:bodyPr anchor="t"/>
          <a:lstStyle>
            <a:lvl1pPr algn="l">
              <a:defRPr sz="1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13" y="1068486"/>
            <a:ext cx="3060383" cy="551458"/>
          </a:xfrm>
        </p:spPr>
        <p:txBody>
          <a:bodyPr anchor="b"/>
          <a:lstStyle>
            <a:lvl1pPr marL="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1pPr>
            <a:lvl2pPr marL="154305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30861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3pPr>
            <a:lvl4pPr marL="462915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4pPr>
            <a:lvl5pPr marL="61722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5pPr>
            <a:lvl6pPr marL="771525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6pPr>
            <a:lvl7pPr marL="92583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7pPr>
            <a:lvl8pPr marL="1080135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8pPr>
            <a:lvl9pPr marL="123444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025" y="588223"/>
            <a:ext cx="1590199" cy="1663710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0232" y="588223"/>
            <a:ext cx="1590199" cy="1663710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3" y="564296"/>
            <a:ext cx="1590824" cy="23517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4305" indent="0">
              <a:buNone/>
              <a:defRPr sz="700" b="1"/>
            </a:lvl2pPr>
            <a:lvl3pPr marL="308610" indent="0">
              <a:buNone/>
              <a:defRPr sz="600" b="1"/>
            </a:lvl3pPr>
            <a:lvl4pPr marL="462915" indent="0">
              <a:buNone/>
              <a:defRPr sz="500" b="1"/>
            </a:lvl4pPr>
            <a:lvl5pPr marL="617220" indent="0">
              <a:buNone/>
              <a:defRPr sz="500" b="1"/>
            </a:lvl5pPr>
            <a:lvl6pPr marL="771525" indent="0">
              <a:buNone/>
              <a:defRPr sz="500" b="1"/>
            </a:lvl6pPr>
            <a:lvl7pPr marL="925830" indent="0">
              <a:buNone/>
              <a:defRPr sz="500" b="1"/>
            </a:lvl7pPr>
            <a:lvl8pPr marL="1080135" indent="0">
              <a:buNone/>
              <a:defRPr sz="500" b="1"/>
            </a:lvl8pPr>
            <a:lvl9pPr marL="1234440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023" y="799469"/>
            <a:ext cx="1590824" cy="1452464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8982" y="564296"/>
            <a:ext cx="1591449" cy="23517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4305" indent="0">
              <a:buNone/>
              <a:defRPr sz="700" b="1"/>
            </a:lvl2pPr>
            <a:lvl3pPr marL="308610" indent="0">
              <a:buNone/>
              <a:defRPr sz="600" b="1"/>
            </a:lvl3pPr>
            <a:lvl4pPr marL="462915" indent="0">
              <a:buNone/>
              <a:defRPr sz="500" b="1"/>
            </a:lvl4pPr>
            <a:lvl5pPr marL="617220" indent="0">
              <a:buNone/>
              <a:defRPr sz="500" b="1"/>
            </a:lvl5pPr>
            <a:lvl6pPr marL="771525" indent="0">
              <a:buNone/>
              <a:defRPr sz="500" b="1"/>
            </a:lvl6pPr>
            <a:lvl7pPr marL="925830" indent="0">
              <a:buNone/>
              <a:defRPr sz="500" b="1"/>
            </a:lvl7pPr>
            <a:lvl8pPr marL="1080135" indent="0">
              <a:buNone/>
              <a:defRPr sz="500" b="1"/>
            </a:lvl8pPr>
            <a:lvl9pPr marL="1234440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8982" y="799469"/>
            <a:ext cx="1591449" cy="1452464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6" y="100373"/>
            <a:ext cx="1184523" cy="427161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676" y="100373"/>
            <a:ext cx="2012752" cy="2151561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026" y="527532"/>
            <a:ext cx="1184523" cy="1724400"/>
          </a:xfrm>
        </p:spPr>
        <p:txBody>
          <a:bodyPr/>
          <a:lstStyle>
            <a:lvl1pPr marL="0" indent="0">
              <a:buNone/>
              <a:defRPr sz="500"/>
            </a:lvl1pPr>
            <a:lvl2pPr marL="154305" indent="0">
              <a:buNone/>
              <a:defRPr sz="400"/>
            </a:lvl2pPr>
            <a:lvl3pPr marL="308610" indent="0">
              <a:buNone/>
              <a:defRPr sz="300"/>
            </a:lvl3pPr>
            <a:lvl4pPr marL="462915" indent="0">
              <a:buNone/>
              <a:defRPr sz="300"/>
            </a:lvl4pPr>
            <a:lvl5pPr marL="617220" indent="0">
              <a:buNone/>
              <a:defRPr sz="300"/>
            </a:lvl5pPr>
            <a:lvl6pPr marL="771525" indent="0">
              <a:buNone/>
              <a:defRPr sz="300"/>
            </a:lvl6pPr>
            <a:lvl7pPr marL="925830" indent="0">
              <a:buNone/>
              <a:defRPr sz="300"/>
            </a:lvl7pPr>
            <a:lvl8pPr marL="1080135" indent="0">
              <a:buNone/>
              <a:defRPr sz="300"/>
            </a:lvl8pPr>
            <a:lvl9pPr marL="1234440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713" y="1764666"/>
            <a:ext cx="2160270" cy="208329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5713" y="225253"/>
            <a:ext cx="2160270" cy="1512570"/>
          </a:xfrm>
        </p:spPr>
        <p:txBody>
          <a:bodyPr/>
          <a:lstStyle>
            <a:lvl1pPr marL="0" indent="0">
              <a:buNone/>
              <a:defRPr sz="1100"/>
            </a:lvl1pPr>
            <a:lvl2pPr marL="154305" indent="0">
              <a:buNone/>
              <a:defRPr sz="900"/>
            </a:lvl2pPr>
            <a:lvl3pPr marL="308610" indent="0">
              <a:buNone/>
              <a:defRPr sz="800"/>
            </a:lvl3pPr>
            <a:lvl4pPr marL="462915" indent="0">
              <a:buNone/>
              <a:defRPr sz="700"/>
            </a:lvl4pPr>
            <a:lvl5pPr marL="617220" indent="0">
              <a:buNone/>
              <a:defRPr sz="700"/>
            </a:lvl5pPr>
            <a:lvl6pPr marL="771525" indent="0">
              <a:buNone/>
              <a:defRPr sz="700"/>
            </a:lvl6pPr>
            <a:lvl7pPr marL="925830" indent="0">
              <a:buNone/>
              <a:defRPr sz="700"/>
            </a:lvl7pPr>
            <a:lvl8pPr marL="1080135" indent="0">
              <a:buNone/>
              <a:defRPr sz="700"/>
            </a:lvl8pPr>
            <a:lvl9pPr marL="1234440" indent="0">
              <a:buNone/>
              <a:defRPr sz="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713" y="1972993"/>
            <a:ext cx="2160270" cy="295861"/>
          </a:xfrm>
        </p:spPr>
        <p:txBody>
          <a:bodyPr/>
          <a:lstStyle>
            <a:lvl1pPr marL="0" indent="0">
              <a:buNone/>
              <a:defRPr sz="500"/>
            </a:lvl1pPr>
            <a:lvl2pPr marL="154305" indent="0">
              <a:buNone/>
              <a:defRPr sz="400"/>
            </a:lvl2pPr>
            <a:lvl3pPr marL="308610" indent="0">
              <a:buNone/>
              <a:defRPr sz="300"/>
            </a:lvl3pPr>
            <a:lvl4pPr marL="462915" indent="0">
              <a:buNone/>
              <a:defRPr sz="300"/>
            </a:lvl4pPr>
            <a:lvl5pPr marL="617220" indent="0">
              <a:buNone/>
              <a:defRPr sz="300"/>
            </a:lvl5pPr>
            <a:lvl6pPr marL="771525" indent="0">
              <a:buNone/>
              <a:defRPr sz="300"/>
            </a:lvl6pPr>
            <a:lvl7pPr marL="925830" indent="0">
              <a:buNone/>
              <a:defRPr sz="300"/>
            </a:lvl7pPr>
            <a:lvl8pPr marL="1080135" indent="0">
              <a:buNone/>
              <a:defRPr sz="300"/>
            </a:lvl8pPr>
            <a:lvl9pPr marL="1234440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0329" y="100958"/>
            <a:ext cx="810101" cy="21509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0023" y="100958"/>
            <a:ext cx="2370296" cy="21509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025" y="100954"/>
            <a:ext cx="3240405" cy="420159"/>
          </a:xfrm>
          <a:prstGeom prst="rect">
            <a:avLst/>
          </a:prstGeom>
        </p:spPr>
        <p:txBody>
          <a:bodyPr vert="horz" lIns="30861" tIns="15431" rIns="30861" bIns="1543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025" y="588223"/>
            <a:ext cx="3240405" cy="1663710"/>
          </a:xfrm>
          <a:prstGeom prst="rect">
            <a:avLst/>
          </a:prstGeom>
        </p:spPr>
        <p:txBody>
          <a:bodyPr vert="horz" lIns="30861" tIns="15431" rIns="30861" bIns="154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0026" y="2336549"/>
            <a:ext cx="840105" cy="134217"/>
          </a:xfrm>
          <a:prstGeom prst="rect">
            <a:avLst/>
          </a:prstGeom>
        </p:spPr>
        <p:txBody>
          <a:bodyPr vert="horz" lIns="30861" tIns="15431" rIns="30861" bIns="15431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DD3EF-5E21-45FD-80C3-D6C0B51D0329}" type="datetimeFigureOut">
              <a:rPr lang="en-US" smtClean="0"/>
              <a:t>11/22/2010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30156" y="2336549"/>
            <a:ext cx="1140143" cy="134217"/>
          </a:xfrm>
          <a:prstGeom prst="rect">
            <a:avLst/>
          </a:prstGeom>
        </p:spPr>
        <p:txBody>
          <a:bodyPr vert="horz" lIns="30861" tIns="15431" rIns="30861" bIns="15431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0326" y="2336549"/>
            <a:ext cx="840105" cy="134217"/>
          </a:xfrm>
          <a:prstGeom prst="rect">
            <a:avLst/>
          </a:prstGeom>
        </p:spPr>
        <p:txBody>
          <a:bodyPr vert="horz" lIns="30861" tIns="15431" rIns="30861" bIns="15431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05FEA-1EC1-431E-8AC0-D862E2E5EF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" rtl="0" eaLnBrk="1" latinLnBrk="0" hangingPunct="1">
        <a:spcBef>
          <a:spcPct val="0"/>
        </a:spcBef>
        <a:buNone/>
        <a:defRPr sz="1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729" indent="-115729" algn="l" defTabSz="30861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50746" indent="-96441" algn="l" defTabSz="308610" rtl="0" eaLnBrk="1" latinLnBrk="0" hangingPunct="1">
        <a:spcBef>
          <a:spcPct val="20000"/>
        </a:spcBef>
        <a:buFont typeface="Arial" pitchFamily="34" charset="0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indent="-77153" algn="l" defTabSz="308610" rtl="0" eaLnBrk="1" latinLnBrk="0" hangingPunct="1">
        <a:spcBef>
          <a:spcPct val="20000"/>
        </a:spcBef>
        <a:buFont typeface="Arial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8" indent="-77153" algn="l" defTabSz="308610" rtl="0" eaLnBrk="1" latinLnBrk="0" hangingPunct="1">
        <a:spcBef>
          <a:spcPct val="20000"/>
        </a:spcBef>
        <a:buFont typeface="Arial" pitchFamily="34" charset="0"/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694373" indent="-77153" algn="l" defTabSz="308610" rtl="0" eaLnBrk="1" latinLnBrk="0" hangingPunct="1">
        <a:spcBef>
          <a:spcPct val="20000"/>
        </a:spcBef>
        <a:buFont typeface="Arial" pitchFamily="34" charset="0"/>
        <a:buChar char="»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848678" indent="-77153" algn="l" defTabSz="30861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3" indent="-77153" algn="l" defTabSz="30861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8" indent="-77153" algn="l" defTabSz="30861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3" indent="-77153" algn="l" defTabSz="30861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algn="l" defTabSz="30861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371465" y="185732"/>
            <a:ext cx="2928958" cy="20717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85779" y="757236"/>
            <a:ext cx="142876" cy="14287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586043" y="1614492"/>
            <a:ext cx="142876" cy="14287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7" idx="5"/>
            <a:endCxn id="38" idx="1"/>
          </p:cNvCxnSpPr>
          <p:nvPr/>
        </p:nvCxnSpPr>
        <p:spPr>
          <a:xfrm rot="16200000" flipH="1">
            <a:off x="1279235" y="307684"/>
            <a:ext cx="756228" cy="18992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7" idx="0"/>
          </p:cNvCxnSpPr>
          <p:nvPr/>
        </p:nvCxnSpPr>
        <p:spPr>
          <a:xfrm rot="5400000" flipH="1" flipV="1">
            <a:off x="907251" y="-64301"/>
            <a:ext cx="571504" cy="107157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16200000" flipH="1">
            <a:off x="1478757" y="435768"/>
            <a:ext cx="1428759" cy="92869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228721" y="1185865"/>
            <a:ext cx="714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</a:t>
            </a:r>
            <a:r>
              <a:rPr lang="en-GB" sz="1400" dirty="0" smtClean="0"/>
              <a:t>d</a:t>
            </a:r>
            <a:endParaRPr lang="en-US" sz="1400" dirty="0"/>
          </a:p>
        </p:txBody>
      </p:sp>
      <p:sp>
        <p:nvSpPr>
          <p:cNvPr id="43" name="TextBox 42"/>
          <p:cNvSpPr txBox="1"/>
          <p:nvPr/>
        </p:nvSpPr>
        <p:spPr>
          <a:xfrm>
            <a:off x="2085977" y="542922"/>
            <a:ext cx="571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</a:t>
            </a:r>
            <a:r>
              <a:rPr lang="en-GB" sz="1400" dirty="0" smtClean="0"/>
              <a:t>d1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Dmitry</dc:creator>
  <cp:lastModifiedBy>Dmitry</cp:lastModifiedBy>
  <cp:revision>1</cp:revision>
  <dcterms:created xsi:type="dcterms:W3CDTF">2010-11-22T22:44:46Z</dcterms:created>
  <dcterms:modified xsi:type="dcterms:W3CDTF">2010-11-22T22:51:43Z</dcterms:modified>
</cp:coreProperties>
</file>